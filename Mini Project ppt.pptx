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6"/>
  </p:notesMasterIdLst>
  <p:handoutMasterIdLst>
    <p:handoutMasterId r:id="rId17"/>
  </p:handoutMasterIdLst>
  <p:sldIdLst>
    <p:sldId id="256" r:id="rId2"/>
    <p:sldId id="259" r:id="rId3"/>
    <p:sldId id="327" r:id="rId4"/>
    <p:sldId id="333" r:id="rId5"/>
    <p:sldId id="328" r:id="rId6"/>
    <p:sldId id="329" r:id="rId7"/>
    <p:sldId id="335" r:id="rId8"/>
    <p:sldId id="334" r:id="rId9"/>
    <p:sldId id="330" r:id="rId10"/>
    <p:sldId id="345" r:id="rId11"/>
    <p:sldId id="346" r:id="rId12"/>
    <p:sldId id="347" r:id="rId13"/>
    <p:sldId id="349" r:id="rId14"/>
    <p:sldId id="326" r:id="rId15"/>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0531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62" autoAdjust="0"/>
    <p:restoredTop sz="94729"/>
  </p:normalViewPr>
  <p:slideViewPr>
    <p:cSldViewPr>
      <p:cViewPr varScale="1">
        <p:scale>
          <a:sx n="112" d="100"/>
          <a:sy n="112" d="100"/>
        </p:scale>
        <p:origin x="1512"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349C0CB-3077-4A2C-A263-34908B18F16F}"/>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a:extLst>
              <a:ext uri="{FF2B5EF4-FFF2-40B4-BE49-F238E27FC236}">
                <a16:creationId xmlns:a16="http://schemas.microsoft.com/office/drawing/2014/main" id="{F70FDBD4-CECE-4489-86D6-D12748BF1922}"/>
              </a:ext>
            </a:extLst>
          </p:cNvPr>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smtClean="0">
                <a:latin typeface="+mn-lt"/>
                <a:cs typeface="+mn-cs"/>
              </a:defRPr>
            </a:lvl1pPr>
          </a:lstStyle>
          <a:p>
            <a:pPr>
              <a:defRPr/>
            </a:pPr>
            <a:fld id="{18AD1CAA-8E5C-49F6-8938-72360B2BE9BA}" type="datetimeFigureOut">
              <a:rPr lang="en-US"/>
              <a:pPr>
                <a:defRPr/>
              </a:pPr>
              <a:t>3/16/26</a:t>
            </a:fld>
            <a:endParaRPr lang="en-US"/>
          </a:p>
        </p:txBody>
      </p:sp>
      <p:sp>
        <p:nvSpPr>
          <p:cNvPr id="4" name="Footer Placeholder 3">
            <a:extLst>
              <a:ext uri="{FF2B5EF4-FFF2-40B4-BE49-F238E27FC236}">
                <a16:creationId xmlns:a16="http://schemas.microsoft.com/office/drawing/2014/main" id="{EBAF0860-EA4C-470F-953E-A330E0ABA9D4}"/>
              </a:ext>
            </a:extLst>
          </p:cNvPr>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5" name="Slide Number Placeholder 4">
            <a:extLst>
              <a:ext uri="{FF2B5EF4-FFF2-40B4-BE49-F238E27FC236}">
                <a16:creationId xmlns:a16="http://schemas.microsoft.com/office/drawing/2014/main" id="{46CD5A3C-3604-4181-BB10-EF1F20AB4155}"/>
              </a:ext>
            </a:extLst>
          </p:cNvPr>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anose="020F0502020204030204" pitchFamily="34" charset="0"/>
              </a:defRPr>
            </a:lvl1pPr>
          </a:lstStyle>
          <a:p>
            <a:fld id="{E5D8934D-CC79-41E4-84A0-8E210C28D030}"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41F8ED2-BED6-42C2-80BF-D0DDEF1BB6B1}"/>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a:extLst>
              <a:ext uri="{FF2B5EF4-FFF2-40B4-BE49-F238E27FC236}">
                <a16:creationId xmlns:a16="http://schemas.microsoft.com/office/drawing/2014/main" id="{2E0A5090-DDE5-4846-93BE-A1655C2571B9}"/>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smtClean="0">
                <a:latin typeface="+mn-lt"/>
                <a:cs typeface="+mn-cs"/>
              </a:defRPr>
            </a:lvl1pPr>
          </a:lstStyle>
          <a:p>
            <a:pPr>
              <a:defRPr/>
            </a:pPr>
            <a:fld id="{94D85942-DFC5-4B20-B5C9-CCE8F5D93199}" type="datetimeFigureOut">
              <a:rPr lang="en-US"/>
              <a:pPr>
                <a:defRPr/>
              </a:pPr>
              <a:t>3/16/26</a:t>
            </a:fld>
            <a:endParaRPr lang="en-US"/>
          </a:p>
        </p:txBody>
      </p:sp>
      <p:sp>
        <p:nvSpPr>
          <p:cNvPr id="4" name="Slide Image Placeholder 3">
            <a:extLst>
              <a:ext uri="{FF2B5EF4-FFF2-40B4-BE49-F238E27FC236}">
                <a16:creationId xmlns:a16="http://schemas.microsoft.com/office/drawing/2014/main" id="{B4DCBBA6-3CFE-454C-915B-2F557CCB50CF}"/>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1FA9522D-261C-456E-9909-C0D312DD7BCA}"/>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668F42A2-8DE7-4D71-92CA-346712661AC5}"/>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a:extLst>
              <a:ext uri="{FF2B5EF4-FFF2-40B4-BE49-F238E27FC236}">
                <a16:creationId xmlns:a16="http://schemas.microsoft.com/office/drawing/2014/main" id="{45F32067-15CE-4CFC-88B9-89B3A0F219E7}"/>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anose="020F0502020204030204" pitchFamily="34" charset="0"/>
              </a:defRPr>
            </a:lvl1pPr>
          </a:lstStyle>
          <a:p>
            <a:fld id="{A6A9F5FE-36A4-49E1-AC13-A222A2289585}" type="slidenum">
              <a:rPr lang="en-US" altLang="en-US"/>
              <a:pPr/>
              <a:t>‹#›</a:t>
            </a:fld>
            <a:endParaRPr lang="en-US" altLang="en-US"/>
          </a:p>
        </p:txBody>
      </p:sp>
    </p:spTree>
  </p:cSld>
  <p:clrMap bg1="lt1" tx1="dk1" bg2="lt2" tx2="dk2" accent1="accent1" accent2="accent2" accent3="accent3" accent4="accent4" accent5="accent5" accent6="accent6" hlink="hlink" folHlink="folHlink"/>
  <p:hf hdr="0" ftr="0" dt="0"/>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a:extLst>
              <a:ext uri="{FF2B5EF4-FFF2-40B4-BE49-F238E27FC236}">
                <a16:creationId xmlns:a16="http://schemas.microsoft.com/office/drawing/2014/main" id="{7840EE95-7363-4926-B290-3A8210046C0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39" name="Notes Placeholder 2">
            <a:extLst>
              <a:ext uri="{FF2B5EF4-FFF2-40B4-BE49-F238E27FC236}">
                <a16:creationId xmlns:a16="http://schemas.microsoft.com/office/drawing/2014/main" id="{63985331-A8BE-46A9-BEEC-B969CF2C8CE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a:p>
        </p:txBody>
      </p:sp>
      <p:sp>
        <p:nvSpPr>
          <p:cNvPr id="14340" name="Slide Number Placeholder 3">
            <a:extLst>
              <a:ext uri="{FF2B5EF4-FFF2-40B4-BE49-F238E27FC236}">
                <a16:creationId xmlns:a16="http://schemas.microsoft.com/office/drawing/2014/main" id="{464F66CD-1804-40B2-A3A3-A8D525DB9A4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CAE71682-A2E8-46DE-A7B3-20F0B3AD6C26}" type="slidenum">
              <a:rPr lang="en-US" altLang="en-US"/>
              <a:pPr/>
              <a:t>2</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6A9F5FE-36A4-49E1-AC13-A222A2289585}" type="slidenum">
              <a:rPr lang="en-US" altLang="en-US" smtClean="0"/>
              <a:pPr/>
              <a:t>4</a:t>
            </a:fld>
            <a:endParaRPr lang="en-US" altLang="en-US"/>
          </a:p>
        </p:txBody>
      </p:sp>
    </p:spTree>
    <p:extLst>
      <p:ext uri="{BB962C8B-B14F-4D97-AF65-F5344CB8AC3E}">
        <p14:creationId xmlns:p14="http://schemas.microsoft.com/office/powerpoint/2010/main" val="35555336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4780920D-B6AE-44B7-A614-3E19FD85E578}"/>
              </a:ext>
            </a:extLst>
          </p:cNvPr>
          <p:cNvSpPr>
            <a:spLocks noGrp="1"/>
          </p:cNvSpPr>
          <p:nvPr>
            <p:ph type="dt" sz="half" idx="10"/>
          </p:nvPr>
        </p:nvSpPr>
        <p:spPr/>
        <p:txBody>
          <a:bodyPr/>
          <a:lstStyle>
            <a:lvl1pPr>
              <a:defRPr/>
            </a:lvl1pPr>
          </a:lstStyle>
          <a:p>
            <a:pPr>
              <a:defRPr/>
            </a:pPr>
            <a:fld id="{2685013B-3371-48FC-9407-F92BD42A5CA9}" type="datetime1">
              <a:rPr lang="en-US"/>
              <a:pPr>
                <a:defRPr/>
              </a:pPr>
              <a:t>3/16/26</a:t>
            </a:fld>
            <a:endParaRPr lang="en-US"/>
          </a:p>
        </p:txBody>
      </p:sp>
      <p:sp>
        <p:nvSpPr>
          <p:cNvPr id="5" name="Footer Placeholder 4">
            <a:extLst>
              <a:ext uri="{FF2B5EF4-FFF2-40B4-BE49-F238E27FC236}">
                <a16:creationId xmlns:a16="http://schemas.microsoft.com/office/drawing/2014/main" id="{E3FADB77-829A-477C-9C0C-151A5096E0BA}"/>
              </a:ext>
            </a:extLst>
          </p:cNvPr>
          <p:cNvSpPr>
            <a:spLocks noGrp="1"/>
          </p:cNvSpPr>
          <p:nvPr>
            <p:ph type="ftr" sz="quarter" idx="11"/>
          </p:nvPr>
        </p:nvSpPr>
        <p:spPr/>
        <p:txBody>
          <a:bodyPr/>
          <a:lstStyle>
            <a:lvl1pPr>
              <a:defRPr/>
            </a:lvl1pPr>
          </a:lstStyle>
          <a:p>
            <a:pPr>
              <a:defRPr/>
            </a:pPr>
            <a:r>
              <a:rPr lang="en-US"/>
              <a:t>DEPARTMENT OF CSE MINI PROJECT REVIEW-1</a:t>
            </a:r>
          </a:p>
        </p:txBody>
      </p:sp>
      <p:sp>
        <p:nvSpPr>
          <p:cNvPr id="6" name="Slide Number Placeholder 5">
            <a:extLst>
              <a:ext uri="{FF2B5EF4-FFF2-40B4-BE49-F238E27FC236}">
                <a16:creationId xmlns:a16="http://schemas.microsoft.com/office/drawing/2014/main" id="{5539F79D-D26C-4B9A-9720-48C3725EFBFE}"/>
              </a:ext>
            </a:extLst>
          </p:cNvPr>
          <p:cNvSpPr>
            <a:spLocks noGrp="1"/>
          </p:cNvSpPr>
          <p:nvPr>
            <p:ph type="sldNum" sz="quarter" idx="12"/>
          </p:nvPr>
        </p:nvSpPr>
        <p:spPr/>
        <p:txBody>
          <a:bodyPr/>
          <a:lstStyle>
            <a:lvl1pPr>
              <a:defRPr/>
            </a:lvl1pPr>
          </a:lstStyle>
          <a:p>
            <a:fld id="{381673AE-CDED-468E-9E60-13F9774D8EF6}" type="slidenum">
              <a:rPr lang="en-US" altLang="en-US"/>
              <a:pPr/>
              <a:t>‹#›</a:t>
            </a:fld>
            <a:endParaRPr lang="en-US" altLang="en-US"/>
          </a:p>
        </p:txBody>
      </p:sp>
    </p:spTree>
    <p:extLst>
      <p:ext uri="{BB962C8B-B14F-4D97-AF65-F5344CB8AC3E}">
        <p14:creationId xmlns:p14="http://schemas.microsoft.com/office/powerpoint/2010/main" val="12125316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9E68E3-5E88-4FA2-8C26-450DBAD826DA}"/>
              </a:ext>
            </a:extLst>
          </p:cNvPr>
          <p:cNvSpPr>
            <a:spLocks noGrp="1"/>
          </p:cNvSpPr>
          <p:nvPr>
            <p:ph type="dt" sz="half" idx="10"/>
          </p:nvPr>
        </p:nvSpPr>
        <p:spPr/>
        <p:txBody>
          <a:bodyPr/>
          <a:lstStyle>
            <a:lvl1pPr>
              <a:defRPr/>
            </a:lvl1pPr>
          </a:lstStyle>
          <a:p>
            <a:pPr>
              <a:defRPr/>
            </a:pPr>
            <a:fld id="{BDE8CA06-C0FA-4A35-B9BF-5CBFE5CB9336}" type="datetime1">
              <a:rPr lang="en-US"/>
              <a:pPr>
                <a:defRPr/>
              </a:pPr>
              <a:t>3/16/26</a:t>
            </a:fld>
            <a:endParaRPr lang="en-US"/>
          </a:p>
        </p:txBody>
      </p:sp>
      <p:sp>
        <p:nvSpPr>
          <p:cNvPr id="5" name="Footer Placeholder 4">
            <a:extLst>
              <a:ext uri="{FF2B5EF4-FFF2-40B4-BE49-F238E27FC236}">
                <a16:creationId xmlns:a16="http://schemas.microsoft.com/office/drawing/2014/main" id="{B6E4CD55-6E4A-4A63-98EF-FA743743FE70}"/>
              </a:ext>
            </a:extLst>
          </p:cNvPr>
          <p:cNvSpPr>
            <a:spLocks noGrp="1"/>
          </p:cNvSpPr>
          <p:nvPr>
            <p:ph type="ftr" sz="quarter" idx="11"/>
          </p:nvPr>
        </p:nvSpPr>
        <p:spPr/>
        <p:txBody>
          <a:bodyPr/>
          <a:lstStyle>
            <a:lvl1pPr>
              <a:defRPr/>
            </a:lvl1pPr>
          </a:lstStyle>
          <a:p>
            <a:pPr>
              <a:defRPr/>
            </a:pPr>
            <a:r>
              <a:rPr lang="en-US"/>
              <a:t>DEPARTMENT OF CSE MINI PROJECT REVIEW-1</a:t>
            </a:r>
          </a:p>
        </p:txBody>
      </p:sp>
      <p:sp>
        <p:nvSpPr>
          <p:cNvPr id="6" name="Slide Number Placeholder 5">
            <a:extLst>
              <a:ext uri="{FF2B5EF4-FFF2-40B4-BE49-F238E27FC236}">
                <a16:creationId xmlns:a16="http://schemas.microsoft.com/office/drawing/2014/main" id="{B50F5683-DEE8-45FB-8DAD-B25D6E885B1A}"/>
              </a:ext>
            </a:extLst>
          </p:cNvPr>
          <p:cNvSpPr>
            <a:spLocks noGrp="1"/>
          </p:cNvSpPr>
          <p:nvPr>
            <p:ph type="sldNum" sz="quarter" idx="12"/>
          </p:nvPr>
        </p:nvSpPr>
        <p:spPr/>
        <p:txBody>
          <a:bodyPr/>
          <a:lstStyle>
            <a:lvl1pPr>
              <a:defRPr/>
            </a:lvl1pPr>
          </a:lstStyle>
          <a:p>
            <a:fld id="{E021BEF2-95F5-417E-9097-980329164CCD}" type="slidenum">
              <a:rPr lang="en-US" altLang="en-US"/>
              <a:pPr/>
              <a:t>‹#›</a:t>
            </a:fld>
            <a:endParaRPr lang="en-US" altLang="en-US"/>
          </a:p>
        </p:txBody>
      </p:sp>
    </p:spTree>
    <p:extLst>
      <p:ext uri="{BB962C8B-B14F-4D97-AF65-F5344CB8AC3E}">
        <p14:creationId xmlns:p14="http://schemas.microsoft.com/office/powerpoint/2010/main" val="31737407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640D9E7-0515-400A-86E2-F96F6242C88C}"/>
              </a:ext>
            </a:extLst>
          </p:cNvPr>
          <p:cNvSpPr>
            <a:spLocks noGrp="1"/>
          </p:cNvSpPr>
          <p:nvPr>
            <p:ph type="dt" sz="half" idx="10"/>
          </p:nvPr>
        </p:nvSpPr>
        <p:spPr/>
        <p:txBody>
          <a:bodyPr/>
          <a:lstStyle>
            <a:lvl1pPr>
              <a:defRPr/>
            </a:lvl1pPr>
          </a:lstStyle>
          <a:p>
            <a:pPr>
              <a:defRPr/>
            </a:pPr>
            <a:fld id="{EDBE9779-8E71-4A34-ACDD-8BB13DEE2332}" type="datetime1">
              <a:rPr lang="en-US"/>
              <a:pPr>
                <a:defRPr/>
              </a:pPr>
              <a:t>3/16/26</a:t>
            </a:fld>
            <a:endParaRPr lang="en-US"/>
          </a:p>
        </p:txBody>
      </p:sp>
      <p:sp>
        <p:nvSpPr>
          <p:cNvPr id="5" name="Footer Placeholder 4">
            <a:extLst>
              <a:ext uri="{FF2B5EF4-FFF2-40B4-BE49-F238E27FC236}">
                <a16:creationId xmlns:a16="http://schemas.microsoft.com/office/drawing/2014/main" id="{1ECE256D-C27A-4160-9DB1-FF5E7864C41E}"/>
              </a:ext>
            </a:extLst>
          </p:cNvPr>
          <p:cNvSpPr>
            <a:spLocks noGrp="1"/>
          </p:cNvSpPr>
          <p:nvPr>
            <p:ph type="ftr" sz="quarter" idx="11"/>
          </p:nvPr>
        </p:nvSpPr>
        <p:spPr/>
        <p:txBody>
          <a:bodyPr/>
          <a:lstStyle>
            <a:lvl1pPr>
              <a:defRPr/>
            </a:lvl1pPr>
          </a:lstStyle>
          <a:p>
            <a:pPr>
              <a:defRPr/>
            </a:pPr>
            <a:r>
              <a:rPr lang="en-US"/>
              <a:t>DEPARTMENT OF CSE MINI PROJECT REVIEW-1</a:t>
            </a:r>
          </a:p>
        </p:txBody>
      </p:sp>
      <p:sp>
        <p:nvSpPr>
          <p:cNvPr id="6" name="Slide Number Placeholder 5">
            <a:extLst>
              <a:ext uri="{FF2B5EF4-FFF2-40B4-BE49-F238E27FC236}">
                <a16:creationId xmlns:a16="http://schemas.microsoft.com/office/drawing/2014/main" id="{176E034D-8222-48D3-89D9-7CEBFB7D4DA3}"/>
              </a:ext>
            </a:extLst>
          </p:cNvPr>
          <p:cNvSpPr>
            <a:spLocks noGrp="1"/>
          </p:cNvSpPr>
          <p:nvPr>
            <p:ph type="sldNum" sz="quarter" idx="12"/>
          </p:nvPr>
        </p:nvSpPr>
        <p:spPr/>
        <p:txBody>
          <a:bodyPr/>
          <a:lstStyle>
            <a:lvl1pPr>
              <a:defRPr/>
            </a:lvl1pPr>
          </a:lstStyle>
          <a:p>
            <a:fld id="{B887B5C6-F485-457A-88E2-FF928EC41EA4}" type="slidenum">
              <a:rPr lang="en-US" altLang="en-US"/>
              <a:pPr/>
              <a:t>‹#›</a:t>
            </a:fld>
            <a:endParaRPr lang="en-US" altLang="en-US"/>
          </a:p>
        </p:txBody>
      </p:sp>
    </p:spTree>
    <p:extLst>
      <p:ext uri="{BB962C8B-B14F-4D97-AF65-F5344CB8AC3E}">
        <p14:creationId xmlns:p14="http://schemas.microsoft.com/office/powerpoint/2010/main" val="11457454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F62788E1-6A09-47B5-BC67-57CE1B8E32B4}"/>
              </a:ext>
            </a:extLst>
          </p:cNvPr>
          <p:cNvSpPr>
            <a:spLocks noGrp="1"/>
          </p:cNvSpPr>
          <p:nvPr>
            <p:ph type="dt" sz="half" idx="10"/>
          </p:nvPr>
        </p:nvSpPr>
        <p:spPr/>
        <p:txBody>
          <a:bodyPr/>
          <a:lstStyle>
            <a:lvl1pPr>
              <a:defRPr/>
            </a:lvl1pPr>
          </a:lstStyle>
          <a:p>
            <a:pPr>
              <a:defRPr/>
            </a:pPr>
            <a:fld id="{0C4B0931-B853-4338-857D-EC51455FBAEA}" type="datetime1">
              <a:rPr lang="en-US"/>
              <a:pPr>
                <a:defRPr/>
              </a:pPr>
              <a:t>3/16/26</a:t>
            </a:fld>
            <a:endParaRPr lang="en-US"/>
          </a:p>
        </p:txBody>
      </p:sp>
      <p:sp>
        <p:nvSpPr>
          <p:cNvPr id="6" name="Footer Placeholder 4">
            <a:extLst>
              <a:ext uri="{FF2B5EF4-FFF2-40B4-BE49-F238E27FC236}">
                <a16:creationId xmlns:a16="http://schemas.microsoft.com/office/drawing/2014/main" id="{56718E1B-2187-4A00-8130-FF0CCF1858D1}"/>
              </a:ext>
            </a:extLst>
          </p:cNvPr>
          <p:cNvSpPr>
            <a:spLocks noGrp="1"/>
          </p:cNvSpPr>
          <p:nvPr>
            <p:ph type="ftr" sz="quarter" idx="11"/>
          </p:nvPr>
        </p:nvSpPr>
        <p:spPr/>
        <p:txBody>
          <a:bodyPr/>
          <a:lstStyle>
            <a:lvl1pPr>
              <a:defRPr/>
            </a:lvl1pPr>
          </a:lstStyle>
          <a:p>
            <a:pPr>
              <a:defRPr/>
            </a:pPr>
            <a:r>
              <a:rPr lang="en-US"/>
              <a:t>DEPARTMENT OF CSE MINI PROJECT REVIEW-1</a:t>
            </a:r>
          </a:p>
        </p:txBody>
      </p:sp>
      <p:sp>
        <p:nvSpPr>
          <p:cNvPr id="7" name="Slide Number Placeholder 5">
            <a:extLst>
              <a:ext uri="{FF2B5EF4-FFF2-40B4-BE49-F238E27FC236}">
                <a16:creationId xmlns:a16="http://schemas.microsoft.com/office/drawing/2014/main" id="{EB829CFF-BC30-4A03-9C08-2E85922F62BF}"/>
              </a:ext>
            </a:extLst>
          </p:cNvPr>
          <p:cNvSpPr>
            <a:spLocks noGrp="1"/>
          </p:cNvSpPr>
          <p:nvPr>
            <p:ph type="sldNum" sz="quarter" idx="12"/>
          </p:nvPr>
        </p:nvSpPr>
        <p:spPr/>
        <p:txBody>
          <a:bodyPr/>
          <a:lstStyle>
            <a:lvl1pPr>
              <a:defRPr/>
            </a:lvl1pPr>
          </a:lstStyle>
          <a:p>
            <a:fld id="{6430785C-3C3F-4D72-B6E5-E6D38F555861}" type="slidenum">
              <a:rPr lang="en-US" altLang="en-US"/>
              <a:pPr/>
              <a:t>‹#›</a:t>
            </a:fld>
            <a:endParaRPr lang="en-US" altLang="en-US"/>
          </a:p>
        </p:txBody>
      </p:sp>
    </p:spTree>
    <p:extLst>
      <p:ext uri="{BB962C8B-B14F-4D97-AF65-F5344CB8AC3E}">
        <p14:creationId xmlns:p14="http://schemas.microsoft.com/office/powerpoint/2010/main" val="29031860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CA1461F9-281D-4D2B-9EF4-0961D9F5ACAD}"/>
              </a:ext>
            </a:extLst>
          </p:cNvPr>
          <p:cNvSpPr>
            <a:spLocks noGrp="1"/>
          </p:cNvSpPr>
          <p:nvPr>
            <p:ph type="dt" sz="half" idx="10"/>
          </p:nvPr>
        </p:nvSpPr>
        <p:spPr/>
        <p:txBody>
          <a:bodyPr/>
          <a:lstStyle>
            <a:lvl1pPr>
              <a:defRPr/>
            </a:lvl1pPr>
          </a:lstStyle>
          <a:p>
            <a:pPr>
              <a:defRPr/>
            </a:pPr>
            <a:fld id="{D9F35988-ABC1-47B4-8337-180F809C6E04}" type="datetime1">
              <a:rPr lang="en-US"/>
              <a:pPr>
                <a:defRPr/>
              </a:pPr>
              <a:t>3/16/26</a:t>
            </a:fld>
            <a:endParaRPr lang="en-US"/>
          </a:p>
        </p:txBody>
      </p:sp>
      <p:sp>
        <p:nvSpPr>
          <p:cNvPr id="8" name="Footer Placeholder 4">
            <a:extLst>
              <a:ext uri="{FF2B5EF4-FFF2-40B4-BE49-F238E27FC236}">
                <a16:creationId xmlns:a16="http://schemas.microsoft.com/office/drawing/2014/main" id="{32E3E607-E774-4F71-ACBB-FE851B9432E0}"/>
              </a:ext>
            </a:extLst>
          </p:cNvPr>
          <p:cNvSpPr>
            <a:spLocks noGrp="1"/>
          </p:cNvSpPr>
          <p:nvPr>
            <p:ph type="ftr" sz="quarter" idx="11"/>
          </p:nvPr>
        </p:nvSpPr>
        <p:spPr/>
        <p:txBody>
          <a:bodyPr/>
          <a:lstStyle>
            <a:lvl1pPr>
              <a:defRPr/>
            </a:lvl1pPr>
          </a:lstStyle>
          <a:p>
            <a:pPr>
              <a:defRPr/>
            </a:pPr>
            <a:r>
              <a:rPr lang="en-US"/>
              <a:t>DEPARTMENT OF CSE MINI PROJECT REVIEW-1</a:t>
            </a:r>
          </a:p>
        </p:txBody>
      </p:sp>
      <p:sp>
        <p:nvSpPr>
          <p:cNvPr id="9" name="Slide Number Placeholder 5">
            <a:extLst>
              <a:ext uri="{FF2B5EF4-FFF2-40B4-BE49-F238E27FC236}">
                <a16:creationId xmlns:a16="http://schemas.microsoft.com/office/drawing/2014/main" id="{E4CFFD8A-7C08-446F-B45D-132D79B6B82E}"/>
              </a:ext>
            </a:extLst>
          </p:cNvPr>
          <p:cNvSpPr>
            <a:spLocks noGrp="1"/>
          </p:cNvSpPr>
          <p:nvPr>
            <p:ph type="sldNum" sz="quarter" idx="12"/>
          </p:nvPr>
        </p:nvSpPr>
        <p:spPr/>
        <p:txBody>
          <a:bodyPr/>
          <a:lstStyle>
            <a:lvl1pPr>
              <a:defRPr/>
            </a:lvl1pPr>
          </a:lstStyle>
          <a:p>
            <a:fld id="{B998D808-031B-4F6F-A439-4ABFE2BF389D}" type="slidenum">
              <a:rPr lang="en-US" altLang="en-US"/>
              <a:pPr/>
              <a:t>‹#›</a:t>
            </a:fld>
            <a:endParaRPr lang="en-US" altLang="en-US"/>
          </a:p>
        </p:txBody>
      </p:sp>
    </p:spTree>
    <p:extLst>
      <p:ext uri="{BB962C8B-B14F-4D97-AF65-F5344CB8AC3E}">
        <p14:creationId xmlns:p14="http://schemas.microsoft.com/office/powerpoint/2010/main" val="21881785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AFECACAB-8F93-4899-AD13-62CA490A57C8}"/>
              </a:ext>
            </a:extLst>
          </p:cNvPr>
          <p:cNvSpPr>
            <a:spLocks noGrp="1"/>
          </p:cNvSpPr>
          <p:nvPr>
            <p:ph type="dt" sz="half" idx="10"/>
          </p:nvPr>
        </p:nvSpPr>
        <p:spPr/>
        <p:txBody>
          <a:bodyPr/>
          <a:lstStyle>
            <a:lvl1pPr>
              <a:defRPr/>
            </a:lvl1pPr>
          </a:lstStyle>
          <a:p>
            <a:pPr>
              <a:defRPr/>
            </a:pPr>
            <a:fld id="{7DDF58F0-0B71-4C0D-BBA6-85074C846FE6}" type="datetime1">
              <a:rPr lang="en-US"/>
              <a:pPr>
                <a:defRPr/>
              </a:pPr>
              <a:t>3/16/26</a:t>
            </a:fld>
            <a:endParaRPr lang="en-US"/>
          </a:p>
        </p:txBody>
      </p:sp>
      <p:sp>
        <p:nvSpPr>
          <p:cNvPr id="4" name="Footer Placeholder 4">
            <a:extLst>
              <a:ext uri="{FF2B5EF4-FFF2-40B4-BE49-F238E27FC236}">
                <a16:creationId xmlns:a16="http://schemas.microsoft.com/office/drawing/2014/main" id="{446160C0-EE48-4D0E-A5AB-28501651FCE3}"/>
              </a:ext>
            </a:extLst>
          </p:cNvPr>
          <p:cNvSpPr>
            <a:spLocks noGrp="1"/>
          </p:cNvSpPr>
          <p:nvPr>
            <p:ph type="ftr" sz="quarter" idx="11"/>
          </p:nvPr>
        </p:nvSpPr>
        <p:spPr/>
        <p:txBody>
          <a:bodyPr/>
          <a:lstStyle>
            <a:lvl1pPr>
              <a:defRPr/>
            </a:lvl1pPr>
          </a:lstStyle>
          <a:p>
            <a:pPr>
              <a:defRPr/>
            </a:pPr>
            <a:r>
              <a:rPr lang="en-US"/>
              <a:t>DEPARTMENT OF CSE MINI PROJECT REVIEW-1</a:t>
            </a:r>
          </a:p>
        </p:txBody>
      </p:sp>
      <p:sp>
        <p:nvSpPr>
          <p:cNvPr id="5" name="Slide Number Placeholder 5">
            <a:extLst>
              <a:ext uri="{FF2B5EF4-FFF2-40B4-BE49-F238E27FC236}">
                <a16:creationId xmlns:a16="http://schemas.microsoft.com/office/drawing/2014/main" id="{DAD730CE-7954-4549-BAAE-6B545D3EC856}"/>
              </a:ext>
            </a:extLst>
          </p:cNvPr>
          <p:cNvSpPr>
            <a:spLocks noGrp="1"/>
          </p:cNvSpPr>
          <p:nvPr>
            <p:ph type="sldNum" sz="quarter" idx="12"/>
          </p:nvPr>
        </p:nvSpPr>
        <p:spPr/>
        <p:txBody>
          <a:bodyPr/>
          <a:lstStyle>
            <a:lvl1pPr>
              <a:defRPr/>
            </a:lvl1pPr>
          </a:lstStyle>
          <a:p>
            <a:fld id="{81B35500-9D2C-47A3-BF87-3935A794A65A}" type="slidenum">
              <a:rPr lang="en-US" altLang="en-US"/>
              <a:pPr/>
              <a:t>‹#›</a:t>
            </a:fld>
            <a:endParaRPr lang="en-US" altLang="en-US"/>
          </a:p>
        </p:txBody>
      </p:sp>
    </p:spTree>
    <p:extLst>
      <p:ext uri="{BB962C8B-B14F-4D97-AF65-F5344CB8AC3E}">
        <p14:creationId xmlns:p14="http://schemas.microsoft.com/office/powerpoint/2010/main" val="20603020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17E62CF2-CD3F-46A2-8A14-8052FB3F979E}"/>
              </a:ext>
            </a:extLst>
          </p:cNvPr>
          <p:cNvSpPr>
            <a:spLocks noGrp="1"/>
          </p:cNvSpPr>
          <p:nvPr>
            <p:ph type="dt" sz="half" idx="10"/>
          </p:nvPr>
        </p:nvSpPr>
        <p:spPr/>
        <p:txBody>
          <a:bodyPr/>
          <a:lstStyle>
            <a:lvl1pPr>
              <a:defRPr/>
            </a:lvl1pPr>
          </a:lstStyle>
          <a:p>
            <a:pPr>
              <a:defRPr/>
            </a:pPr>
            <a:fld id="{3433D11A-F1DE-4A50-95C9-D10180535CA0}" type="datetime1">
              <a:rPr lang="en-US"/>
              <a:pPr>
                <a:defRPr/>
              </a:pPr>
              <a:t>3/16/26</a:t>
            </a:fld>
            <a:endParaRPr lang="en-US"/>
          </a:p>
        </p:txBody>
      </p:sp>
      <p:sp>
        <p:nvSpPr>
          <p:cNvPr id="3" name="Footer Placeholder 4">
            <a:extLst>
              <a:ext uri="{FF2B5EF4-FFF2-40B4-BE49-F238E27FC236}">
                <a16:creationId xmlns:a16="http://schemas.microsoft.com/office/drawing/2014/main" id="{641D14B1-D7C1-4357-B6C5-D6BDF3D8AE8E}"/>
              </a:ext>
            </a:extLst>
          </p:cNvPr>
          <p:cNvSpPr>
            <a:spLocks noGrp="1"/>
          </p:cNvSpPr>
          <p:nvPr>
            <p:ph type="ftr" sz="quarter" idx="11"/>
          </p:nvPr>
        </p:nvSpPr>
        <p:spPr/>
        <p:txBody>
          <a:bodyPr/>
          <a:lstStyle>
            <a:lvl1pPr>
              <a:defRPr/>
            </a:lvl1pPr>
          </a:lstStyle>
          <a:p>
            <a:pPr>
              <a:defRPr/>
            </a:pPr>
            <a:r>
              <a:rPr lang="en-US"/>
              <a:t>DEPARTMENT OF CSE MINI PROJECT REVIEW-1</a:t>
            </a:r>
          </a:p>
        </p:txBody>
      </p:sp>
      <p:sp>
        <p:nvSpPr>
          <p:cNvPr id="4" name="Slide Number Placeholder 5">
            <a:extLst>
              <a:ext uri="{FF2B5EF4-FFF2-40B4-BE49-F238E27FC236}">
                <a16:creationId xmlns:a16="http://schemas.microsoft.com/office/drawing/2014/main" id="{61A949BD-68C3-4EEF-B906-09FE3440E3FE}"/>
              </a:ext>
            </a:extLst>
          </p:cNvPr>
          <p:cNvSpPr>
            <a:spLocks noGrp="1"/>
          </p:cNvSpPr>
          <p:nvPr>
            <p:ph type="sldNum" sz="quarter" idx="12"/>
          </p:nvPr>
        </p:nvSpPr>
        <p:spPr/>
        <p:txBody>
          <a:bodyPr/>
          <a:lstStyle>
            <a:lvl1pPr>
              <a:defRPr/>
            </a:lvl1pPr>
          </a:lstStyle>
          <a:p>
            <a:fld id="{D1610838-7400-411B-B689-2F6C35481D0C}" type="slidenum">
              <a:rPr lang="en-US" altLang="en-US"/>
              <a:pPr/>
              <a:t>‹#›</a:t>
            </a:fld>
            <a:endParaRPr lang="en-US" altLang="en-US"/>
          </a:p>
        </p:txBody>
      </p:sp>
    </p:spTree>
    <p:extLst>
      <p:ext uri="{BB962C8B-B14F-4D97-AF65-F5344CB8AC3E}">
        <p14:creationId xmlns:p14="http://schemas.microsoft.com/office/powerpoint/2010/main" val="16631249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05B26A4A-8706-4957-968A-429659FA63B9}"/>
              </a:ext>
            </a:extLst>
          </p:cNvPr>
          <p:cNvSpPr>
            <a:spLocks noGrp="1"/>
          </p:cNvSpPr>
          <p:nvPr>
            <p:ph type="dt" sz="half" idx="10"/>
          </p:nvPr>
        </p:nvSpPr>
        <p:spPr/>
        <p:txBody>
          <a:bodyPr/>
          <a:lstStyle>
            <a:lvl1pPr>
              <a:defRPr/>
            </a:lvl1pPr>
          </a:lstStyle>
          <a:p>
            <a:pPr>
              <a:defRPr/>
            </a:pPr>
            <a:fld id="{76D890D1-ADAD-4367-ADA2-AFAFF9F81D11}" type="datetime1">
              <a:rPr lang="en-US"/>
              <a:pPr>
                <a:defRPr/>
              </a:pPr>
              <a:t>3/16/26</a:t>
            </a:fld>
            <a:endParaRPr lang="en-US"/>
          </a:p>
        </p:txBody>
      </p:sp>
      <p:sp>
        <p:nvSpPr>
          <p:cNvPr id="6" name="Footer Placeholder 4">
            <a:extLst>
              <a:ext uri="{FF2B5EF4-FFF2-40B4-BE49-F238E27FC236}">
                <a16:creationId xmlns:a16="http://schemas.microsoft.com/office/drawing/2014/main" id="{10A2F1D4-1189-48DE-BA98-325CD9C257C4}"/>
              </a:ext>
            </a:extLst>
          </p:cNvPr>
          <p:cNvSpPr>
            <a:spLocks noGrp="1"/>
          </p:cNvSpPr>
          <p:nvPr>
            <p:ph type="ftr" sz="quarter" idx="11"/>
          </p:nvPr>
        </p:nvSpPr>
        <p:spPr/>
        <p:txBody>
          <a:bodyPr/>
          <a:lstStyle>
            <a:lvl1pPr>
              <a:defRPr/>
            </a:lvl1pPr>
          </a:lstStyle>
          <a:p>
            <a:pPr>
              <a:defRPr/>
            </a:pPr>
            <a:r>
              <a:rPr lang="en-US"/>
              <a:t>DEPARTMENT OF CSE MINI PROJECT REVIEW-1</a:t>
            </a:r>
          </a:p>
        </p:txBody>
      </p:sp>
      <p:sp>
        <p:nvSpPr>
          <p:cNvPr id="7" name="Slide Number Placeholder 5">
            <a:extLst>
              <a:ext uri="{FF2B5EF4-FFF2-40B4-BE49-F238E27FC236}">
                <a16:creationId xmlns:a16="http://schemas.microsoft.com/office/drawing/2014/main" id="{C7986B66-2394-42B1-9BDE-35C177A62693}"/>
              </a:ext>
            </a:extLst>
          </p:cNvPr>
          <p:cNvSpPr>
            <a:spLocks noGrp="1"/>
          </p:cNvSpPr>
          <p:nvPr>
            <p:ph type="sldNum" sz="quarter" idx="12"/>
          </p:nvPr>
        </p:nvSpPr>
        <p:spPr/>
        <p:txBody>
          <a:bodyPr/>
          <a:lstStyle>
            <a:lvl1pPr>
              <a:defRPr/>
            </a:lvl1pPr>
          </a:lstStyle>
          <a:p>
            <a:fld id="{5FEEDBB8-2F2A-4E69-B4E6-C45A1A219323}" type="slidenum">
              <a:rPr lang="en-US" altLang="en-US"/>
              <a:pPr/>
              <a:t>‹#›</a:t>
            </a:fld>
            <a:endParaRPr lang="en-US" altLang="en-US"/>
          </a:p>
        </p:txBody>
      </p:sp>
    </p:spTree>
    <p:extLst>
      <p:ext uri="{BB962C8B-B14F-4D97-AF65-F5344CB8AC3E}">
        <p14:creationId xmlns:p14="http://schemas.microsoft.com/office/powerpoint/2010/main" val="39522774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B03A3A19-677F-46D0-8327-737A4396EFCE}"/>
              </a:ext>
            </a:extLst>
          </p:cNvPr>
          <p:cNvSpPr>
            <a:spLocks noGrp="1"/>
          </p:cNvSpPr>
          <p:nvPr>
            <p:ph type="dt" sz="half" idx="10"/>
          </p:nvPr>
        </p:nvSpPr>
        <p:spPr/>
        <p:txBody>
          <a:bodyPr/>
          <a:lstStyle>
            <a:lvl1pPr>
              <a:defRPr/>
            </a:lvl1pPr>
          </a:lstStyle>
          <a:p>
            <a:pPr>
              <a:defRPr/>
            </a:pPr>
            <a:fld id="{393651B4-9843-45AB-8E22-71543FB46DA2}" type="datetime1">
              <a:rPr lang="en-US"/>
              <a:pPr>
                <a:defRPr/>
              </a:pPr>
              <a:t>3/16/26</a:t>
            </a:fld>
            <a:endParaRPr lang="en-US"/>
          </a:p>
        </p:txBody>
      </p:sp>
      <p:sp>
        <p:nvSpPr>
          <p:cNvPr id="6" name="Footer Placeholder 4">
            <a:extLst>
              <a:ext uri="{FF2B5EF4-FFF2-40B4-BE49-F238E27FC236}">
                <a16:creationId xmlns:a16="http://schemas.microsoft.com/office/drawing/2014/main" id="{EEC761C7-6D46-45C5-A06E-1C9467DF57EB}"/>
              </a:ext>
            </a:extLst>
          </p:cNvPr>
          <p:cNvSpPr>
            <a:spLocks noGrp="1"/>
          </p:cNvSpPr>
          <p:nvPr>
            <p:ph type="ftr" sz="quarter" idx="11"/>
          </p:nvPr>
        </p:nvSpPr>
        <p:spPr/>
        <p:txBody>
          <a:bodyPr/>
          <a:lstStyle>
            <a:lvl1pPr>
              <a:defRPr/>
            </a:lvl1pPr>
          </a:lstStyle>
          <a:p>
            <a:pPr>
              <a:defRPr/>
            </a:pPr>
            <a:r>
              <a:rPr lang="en-US"/>
              <a:t>DEPARTMENT OF CSE MINI PROJECT REVIEW-1</a:t>
            </a:r>
          </a:p>
        </p:txBody>
      </p:sp>
      <p:sp>
        <p:nvSpPr>
          <p:cNvPr id="7" name="Slide Number Placeholder 5">
            <a:extLst>
              <a:ext uri="{FF2B5EF4-FFF2-40B4-BE49-F238E27FC236}">
                <a16:creationId xmlns:a16="http://schemas.microsoft.com/office/drawing/2014/main" id="{E25F70F5-D8D2-4E99-B0E5-DC927F25456F}"/>
              </a:ext>
            </a:extLst>
          </p:cNvPr>
          <p:cNvSpPr>
            <a:spLocks noGrp="1"/>
          </p:cNvSpPr>
          <p:nvPr>
            <p:ph type="sldNum" sz="quarter" idx="12"/>
          </p:nvPr>
        </p:nvSpPr>
        <p:spPr/>
        <p:txBody>
          <a:bodyPr/>
          <a:lstStyle>
            <a:lvl1pPr>
              <a:defRPr/>
            </a:lvl1pPr>
          </a:lstStyle>
          <a:p>
            <a:fld id="{46600780-8261-4F2C-8AB1-4FC7C46475CB}" type="slidenum">
              <a:rPr lang="en-US" altLang="en-US"/>
              <a:pPr/>
              <a:t>‹#›</a:t>
            </a:fld>
            <a:endParaRPr lang="en-US" altLang="en-US"/>
          </a:p>
        </p:txBody>
      </p:sp>
    </p:spTree>
    <p:extLst>
      <p:ext uri="{BB962C8B-B14F-4D97-AF65-F5344CB8AC3E}">
        <p14:creationId xmlns:p14="http://schemas.microsoft.com/office/powerpoint/2010/main" val="10843170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D78DC88-AE01-4CAA-9020-B90D8607B756}"/>
              </a:ext>
            </a:extLst>
          </p:cNvPr>
          <p:cNvSpPr>
            <a:spLocks noGrp="1"/>
          </p:cNvSpPr>
          <p:nvPr>
            <p:ph type="dt" sz="half" idx="10"/>
          </p:nvPr>
        </p:nvSpPr>
        <p:spPr/>
        <p:txBody>
          <a:bodyPr/>
          <a:lstStyle>
            <a:lvl1pPr>
              <a:defRPr/>
            </a:lvl1pPr>
          </a:lstStyle>
          <a:p>
            <a:pPr>
              <a:defRPr/>
            </a:pPr>
            <a:fld id="{4394FE15-DD9A-40C6-9AF8-2CF0E2DC9FED}" type="datetime1">
              <a:rPr lang="en-US"/>
              <a:pPr>
                <a:defRPr/>
              </a:pPr>
              <a:t>3/16/26</a:t>
            </a:fld>
            <a:endParaRPr lang="en-US"/>
          </a:p>
        </p:txBody>
      </p:sp>
      <p:sp>
        <p:nvSpPr>
          <p:cNvPr id="5" name="Footer Placeholder 4">
            <a:extLst>
              <a:ext uri="{FF2B5EF4-FFF2-40B4-BE49-F238E27FC236}">
                <a16:creationId xmlns:a16="http://schemas.microsoft.com/office/drawing/2014/main" id="{25D2C5CF-6CAA-4307-B6A8-DF54D826BCCE}"/>
              </a:ext>
            </a:extLst>
          </p:cNvPr>
          <p:cNvSpPr>
            <a:spLocks noGrp="1"/>
          </p:cNvSpPr>
          <p:nvPr>
            <p:ph type="ftr" sz="quarter" idx="11"/>
          </p:nvPr>
        </p:nvSpPr>
        <p:spPr/>
        <p:txBody>
          <a:bodyPr/>
          <a:lstStyle>
            <a:lvl1pPr>
              <a:defRPr/>
            </a:lvl1pPr>
          </a:lstStyle>
          <a:p>
            <a:pPr>
              <a:defRPr/>
            </a:pPr>
            <a:r>
              <a:rPr lang="en-US"/>
              <a:t>DEPARTMENT OF CSE MINI PROJECT REVIEW-1</a:t>
            </a:r>
          </a:p>
        </p:txBody>
      </p:sp>
      <p:sp>
        <p:nvSpPr>
          <p:cNvPr id="6" name="Slide Number Placeholder 5">
            <a:extLst>
              <a:ext uri="{FF2B5EF4-FFF2-40B4-BE49-F238E27FC236}">
                <a16:creationId xmlns:a16="http://schemas.microsoft.com/office/drawing/2014/main" id="{724552A0-9D79-48E4-B25F-688BC1867D0D}"/>
              </a:ext>
            </a:extLst>
          </p:cNvPr>
          <p:cNvSpPr>
            <a:spLocks noGrp="1"/>
          </p:cNvSpPr>
          <p:nvPr>
            <p:ph type="sldNum" sz="quarter" idx="12"/>
          </p:nvPr>
        </p:nvSpPr>
        <p:spPr/>
        <p:txBody>
          <a:bodyPr/>
          <a:lstStyle>
            <a:lvl1pPr>
              <a:defRPr/>
            </a:lvl1pPr>
          </a:lstStyle>
          <a:p>
            <a:fld id="{2A26A04B-D0EF-4595-87CA-07FE647A1A75}" type="slidenum">
              <a:rPr lang="en-US" altLang="en-US"/>
              <a:pPr/>
              <a:t>‹#›</a:t>
            </a:fld>
            <a:endParaRPr lang="en-US" altLang="en-US"/>
          </a:p>
        </p:txBody>
      </p:sp>
    </p:spTree>
    <p:extLst>
      <p:ext uri="{BB962C8B-B14F-4D97-AF65-F5344CB8AC3E}">
        <p14:creationId xmlns:p14="http://schemas.microsoft.com/office/powerpoint/2010/main" val="970099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B76813-D725-49F2-945C-CCAB9D2A95D0}"/>
              </a:ext>
            </a:extLst>
          </p:cNvPr>
          <p:cNvSpPr>
            <a:spLocks noGrp="1"/>
          </p:cNvSpPr>
          <p:nvPr>
            <p:ph type="dt" sz="half" idx="10"/>
          </p:nvPr>
        </p:nvSpPr>
        <p:spPr/>
        <p:txBody>
          <a:bodyPr/>
          <a:lstStyle>
            <a:lvl1pPr>
              <a:defRPr/>
            </a:lvl1pPr>
          </a:lstStyle>
          <a:p>
            <a:pPr>
              <a:defRPr/>
            </a:pPr>
            <a:fld id="{370FD5AE-DF06-40E8-B10A-A7E8871D9706}" type="datetime1">
              <a:rPr lang="en-US"/>
              <a:pPr>
                <a:defRPr/>
              </a:pPr>
              <a:t>3/16/26</a:t>
            </a:fld>
            <a:endParaRPr lang="en-US"/>
          </a:p>
        </p:txBody>
      </p:sp>
      <p:sp>
        <p:nvSpPr>
          <p:cNvPr id="5" name="Footer Placeholder 4">
            <a:extLst>
              <a:ext uri="{FF2B5EF4-FFF2-40B4-BE49-F238E27FC236}">
                <a16:creationId xmlns:a16="http://schemas.microsoft.com/office/drawing/2014/main" id="{041B94B4-C37D-4CF1-B803-70ECE9F98043}"/>
              </a:ext>
            </a:extLst>
          </p:cNvPr>
          <p:cNvSpPr>
            <a:spLocks noGrp="1"/>
          </p:cNvSpPr>
          <p:nvPr>
            <p:ph type="ftr" sz="quarter" idx="11"/>
          </p:nvPr>
        </p:nvSpPr>
        <p:spPr/>
        <p:txBody>
          <a:bodyPr/>
          <a:lstStyle>
            <a:lvl1pPr>
              <a:defRPr/>
            </a:lvl1pPr>
          </a:lstStyle>
          <a:p>
            <a:pPr>
              <a:defRPr/>
            </a:pPr>
            <a:r>
              <a:rPr lang="en-US"/>
              <a:t>DEPARTMENT OF CSE MINI PROJECT REVIEW-1</a:t>
            </a:r>
          </a:p>
        </p:txBody>
      </p:sp>
      <p:sp>
        <p:nvSpPr>
          <p:cNvPr id="6" name="Slide Number Placeholder 5">
            <a:extLst>
              <a:ext uri="{FF2B5EF4-FFF2-40B4-BE49-F238E27FC236}">
                <a16:creationId xmlns:a16="http://schemas.microsoft.com/office/drawing/2014/main" id="{84CB5775-0DF8-430A-981E-D9F890F1E727}"/>
              </a:ext>
            </a:extLst>
          </p:cNvPr>
          <p:cNvSpPr>
            <a:spLocks noGrp="1"/>
          </p:cNvSpPr>
          <p:nvPr>
            <p:ph type="sldNum" sz="quarter" idx="12"/>
          </p:nvPr>
        </p:nvSpPr>
        <p:spPr/>
        <p:txBody>
          <a:bodyPr/>
          <a:lstStyle>
            <a:lvl1pPr>
              <a:defRPr/>
            </a:lvl1pPr>
          </a:lstStyle>
          <a:p>
            <a:fld id="{79B4311E-D5F2-40A4-B2D6-DDC2AFD86103}" type="slidenum">
              <a:rPr lang="en-US" altLang="en-US"/>
              <a:pPr/>
              <a:t>‹#›</a:t>
            </a:fld>
            <a:endParaRPr lang="en-US" altLang="en-US"/>
          </a:p>
        </p:txBody>
      </p:sp>
    </p:spTree>
    <p:extLst>
      <p:ext uri="{BB962C8B-B14F-4D97-AF65-F5344CB8AC3E}">
        <p14:creationId xmlns:p14="http://schemas.microsoft.com/office/powerpoint/2010/main" val="16564229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BFDCBFCD-ADA5-49D9-8EC2-C25B2ED55BC0}"/>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C11E7B0C-3D44-4CB9-82E9-732D3B5E65E2}"/>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FB830E18-6B0F-4561-A8EC-664E8249DE82}"/>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cs typeface="+mn-cs"/>
              </a:defRPr>
            </a:lvl1pPr>
          </a:lstStyle>
          <a:p>
            <a:pPr>
              <a:defRPr/>
            </a:pPr>
            <a:fld id="{06A74232-FC8A-49F8-80E8-B50A0BA80DF4}" type="datetime1">
              <a:rPr lang="en-US"/>
              <a:pPr>
                <a:defRPr/>
              </a:pPr>
              <a:t>3/16/26</a:t>
            </a:fld>
            <a:endParaRPr lang="en-US"/>
          </a:p>
        </p:txBody>
      </p:sp>
      <p:sp>
        <p:nvSpPr>
          <p:cNvPr id="5" name="Footer Placeholder 4">
            <a:extLst>
              <a:ext uri="{FF2B5EF4-FFF2-40B4-BE49-F238E27FC236}">
                <a16:creationId xmlns:a16="http://schemas.microsoft.com/office/drawing/2014/main" id="{2A8380AF-395F-446F-B527-ECA9916A9611}"/>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tx1">
                    <a:tint val="75000"/>
                  </a:schemeClr>
                </a:solidFill>
                <a:latin typeface="+mn-lt"/>
                <a:cs typeface="+mn-cs"/>
              </a:defRPr>
            </a:lvl1pPr>
          </a:lstStyle>
          <a:p>
            <a:pPr>
              <a:defRPr/>
            </a:pPr>
            <a:r>
              <a:rPr lang="en-US"/>
              <a:t>DEPARTMENT OF CSE MINI PROJECT REVIEW-1</a:t>
            </a:r>
          </a:p>
        </p:txBody>
      </p:sp>
      <p:sp>
        <p:nvSpPr>
          <p:cNvPr id="6" name="Slide Number Placeholder 5">
            <a:extLst>
              <a:ext uri="{FF2B5EF4-FFF2-40B4-BE49-F238E27FC236}">
                <a16:creationId xmlns:a16="http://schemas.microsoft.com/office/drawing/2014/main" id="{2E7C784E-7B42-4220-A301-963093C40A64}"/>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panose="020F0502020204030204" pitchFamily="34" charset="0"/>
              </a:defRPr>
            </a:lvl1pPr>
          </a:lstStyle>
          <a:p>
            <a:fld id="{1E04AAF9-47BF-4F68-B79A-2D00C1CD1B67}"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alibri" panose="020F0502020204030204" pitchFamily="34" charset="0"/>
        </a:defRPr>
      </a:lvl2pPr>
      <a:lvl3pPr algn="ctr" rtl="0" fontAlgn="base">
        <a:spcBef>
          <a:spcPct val="0"/>
        </a:spcBef>
        <a:spcAft>
          <a:spcPct val="0"/>
        </a:spcAft>
        <a:defRPr sz="4400">
          <a:solidFill>
            <a:schemeClr val="tx1"/>
          </a:solidFill>
          <a:latin typeface="Calibri" panose="020F0502020204030204" pitchFamily="34" charset="0"/>
        </a:defRPr>
      </a:lvl3pPr>
      <a:lvl4pPr algn="ctr" rtl="0" fontAlgn="base">
        <a:spcBef>
          <a:spcPct val="0"/>
        </a:spcBef>
        <a:spcAft>
          <a:spcPct val="0"/>
        </a:spcAft>
        <a:defRPr sz="4400">
          <a:solidFill>
            <a:schemeClr val="tx1"/>
          </a:solidFill>
          <a:latin typeface="Calibri" panose="020F0502020204030204" pitchFamily="34" charset="0"/>
        </a:defRPr>
      </a:lvl4pPr>
      <a:lvl5pPr algn="ctr" rtl="0" fontAlgn="base">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fontAlgn="base">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7133BE8-A87E-4DBC-98E8-2FD6622AA548}"/>
              </a:ext>
            </a:extLst>
          </p:cNvPr>
          <p:cNvSpPr txBox="1">
            <a:spLocks/>
          </p:cNvSpPr>
          <p:nvPr/>
        </p:nvSpPr>
        <p:spPr>
          <a:xfrm>
            <a:off x="152400" y="177230"/>
            <a:ext cx="8839200" cy="6477000"/>
          </a:xfrm>
          <a:prstGeom prst="rect">
            <a:avLst/>
          </a:prstGeo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anchor="ctr">
            <a:normAutofit/>
          </a:bodyPr>
          <a:lstStyle/>
          <a:p>
            <a:pPr algn="ctr" fontAlgn="auto">
              <a:spcAft>
                <a:spcPts val="0"/>
              </a:spcAft>
              <a:defRPr/>
            </a:pPr>
            <a:endParaRPr lang="en-US" sz="4400" dirty="0">
              <a:solidFill>
                <a:schemeClr val="tx1"/>
              </a:solidFill>
              <a:latin typeface="+mj-lt"/>
              <a:ea typeface="+mj-ea"/>
              <a:cs typeface="+mj-cs"/>
            </a:endParaRPr>
          </a:p>
        </p:txBody>
      </p:sp>
      <p:sp>
        <p:nvSpPr>
          <p:cNvPr id="2" name="Title 1">
            <a:extLst>
              <a:ext uri="{FF2B5EF4-FFF2-40B4-BE49-F238E27FC236}">
                <a16:creationId xmlns:a16="http://schemas.microsoft.com/office/drawing/2014/main" id="{D9B2990C-D7A3-4312-BBC7-CC2452B79ECF}"/>
              </a:ext>
            </a:extLst>
          </p:cNvPr>
          <p:cNvSpPr>
            <a:spLocks noGrp="1"/>
          </p:cNvSpPr>
          <p:nvPr>
            <p:ph type="ctrTitle"/>
          </p:nvPr>
        </p:nvSpPr>
        <p:spPr>
          <a:xfrm>
            <a:off x="920869" y="913787"/>
            <a:ext cx="7315200" cy="838200"/>
          </a:xfrm>
        </p:spPr>
        <p:txBody>
          <a:bodyPr rtlCol="0">
            <a:normAutofit fontScale="90000"/>
          </a:bodyPr>
          <a:lstStyle/>
          <a:p>
            <a:pPr fontAlgn="auto">
              <a:spcAft>
                <a:spcPts val="0"/>
              </a:spcAft>
              <a:defRPr/>
            </a:pPr>
            <a:r>
              <a:rPr lang="en-US" sz="3600" b="1" dirty="0"/>
              <a:t>   </a:t>
            </a:r>
            <a:br>
              <a:rPr lang="en-US" sz="2400" dirty="0"/>
            </a:br>
            <a:r>
              <a:rPr lang="en-US" sz="2400" b="1" dirty="0">
                <a:solidFill>
                  <a:srgbClr val="FF0000"/>
                </a:solidFill>
              </a:rPr>
              <a:t>DEPARTMENT OF COMPUTER SCIENCE &amp; ENGINEERING </a:t>
            </a:r>
            <a:br>
              <a:rPr lang="en-US" sz="2400" b="1" dirty="0"/>
            </a:br>
            <a:endParaRPr lang="en-US" sz="3600" b="1" dirty="0"/>
          </a:p>
        </p:txBody>
      </p:sp>
      <p:sp>
        <p:nvSpPr>
          <p:cNvPr id="7" name="Subtitle 2">
            <a:extLst>
              <a:ext uri="{FF2B5EF4-FFF2-40B4-BE49-F238E27FC236}">
                <a16:creationId xmlns:a16="http://schemas.microsoft.com/office/drawing/2014/main" id="{81E9BB19-E97E-45D3-BB72-E34CC7BF07BD}"/>
              </a:ext>
            </a:extLst>
          </p:cNvPr>
          <p:cNvSpPr txBox="1">
            <a:spLocks/>
          </p:cNvSpPr>
          <p:nvPr/>
        </p:nvSpPr>
        <p:spPr>
          <a:xfrm>
            <a:off x="228600" y="5181600"/>
            <a:ext cx="8686800" cy="1371600"/>
          </a:xfrm>
          <a:prstGeom prst="rect">
            <a:avLst/>
          </a:prstGeom>
          <a:ln>
            <a:solidFill>
              <a:schemeClr val="accent1">
                <a:lumMod val="75000"/>
              </a:schemeClr>
            </a:solidFill>
          </a:ln>
        </p:spPr>
        <p:style>
          <a:lnRef idx="2">
            <a:schemeClr val="accent2"/>
          </a:lnRef>
          <a:fillRef idx="1">
            <a:schemeClr val="lt1"/>
          </a:fillRef>
          <a:effectRef idx="0">
            <a:schemeClr val="accent2"/>
          </a:effectRef>
          <a:fontRef idx="minor">
            <a:schemeClr val="dk1"/>
          </a:fontRef>
        </p:style>
        <p:txBody>
          <a:bodyPr lIns="91440" tIns="45720" rIns="91440" bIns="45720" anchor="t">
            <a:normAutofit fontScale="77500" lnSpcReduction="20000"/>
          </a:bodyPr>
          <a:lstStyle/>
          <a:p>
            <a:pPr algn="ctr" fontAlgn="auto">
              <a:spcBef>
                <a:spcPct val="20000"/>
              </a:spcBef>
              <a:spcAft>
                <a:spcPts val="0"/>
              </a:spcAft>
              <a:buFont typeface="Arial" pitchFamily="34" charset="0"/>
              <a:buNone/>
              <a:defRPr/>
            </a:pPr>
            <a:r>
              <a:rPr lang="en-US" sz="3300" b="1" u="sng" dirty="0">
                <a:solidFill>
                  <a:srgbClr val="FF0000"/>
                </a:solidFill>
              </a:rPr>
              <a:t>Guide Details</a:t>
            </a:r>
          </a:p>
          <a:p>
            <a:pPr algn="ctr" fontAlgn="auto">
              <a:spcBef>
                <a:spcPct val="20000"/>
              </a:spcBef>
              <a:spcAft>
                <a:spcPts val="0"/>
              </a:spcAft>
              <a:defRPr/>
            </a:pPr>
            <a:r>
              <a:rPr lang="en-US" sz="3000" b="1" dirty="0">
                <a:solidFill>
                  <a:srgbClr val="002060"/>
                </a:solidFill>
                <a:cs typeface="Calibri"/>
              </a:rPr>
              <a:t>Ms. Kolarkar Ashlesha Vijay</a:t>
            </a:r>
          </a:p>
          <a:p>
            <a:pPr algn="ctr" fontAlgn="auto">
              <a:spcBef>
                <a:spcPct val="20000"/>
              </a:spcBef>
              <a:spcAft>
                <a:spcPts val="0"/>
              </a:spcAft>
              <a:defRPr/>
            </a:pPr>
            <a:r>
              <a:rPr lang="en-US" sz="2200" b="1" dirty="0">
                <a:solidFill>
                  <a:srgbClr val="002060"/>
                </a:solidFill>
              </a:rPr>
              <a:t>Assistant Professor </a:t>
            </a:r>
          </a:p>
          <a:p>
            <a:pPr algn="ctr" fontAlgn="auto">
              <a:spcBef>
                <a:spcPct val="20000"/>
              </a:spcBef>
              <a:spcAft>
                <a:spcPts val="0"/>
              </a:spcAft>
              <a:defRPr/>
            </a:pPr>
            <a:r>
              <a:rPr lang="en-US" sz="2200" b="1" dirty="0">
                <a:solidFill>
                  <a:srgbClr val="002060"/>
                </a:solidFill>
              </a:rPr>
              <a:t>Department of CSE</a:t>
            </a:r>
          </a:p>
          <a:p>
            <a:pPr algn="ctr" fontAlgn="auto">
              <a:spcBef>
                <a:spcPct val="20000"/>
              </a:spcBef>
              <a:spcAft>
                <a:spcPts val="0"/>
              </a:spcAft>
              <a:buFont typeface="Arial" pitchFamily="34" charset="0"/>
              <a:buNone/>
              <a:defRPr/>
            </a:pPr>
            <a:endParaRPr lang="en-US" sz="1600" b="1" dirty="0">
              <a:solidFill>
                <a:srgbClr val="002060"/>
              </a:solidFill>
            </a:endParaRPr>
          </a:p>
          <a:p>
            <a:pPr fontAlgn="auto">
              <a:spcBef>
                <a:spcPct val="20000"/>
              </a:spcBef>
              <a:spcAft>
                <a:spcPts val="0"/>
              </a:spcAft>
              <a:buFont typeface="Arial" pitchFamily="34" charset="0"/>
              <a:buNone/>
              <a:defRPr/>
            </a:pPr>
            <a:endParaRPr lang="en-US" sz="3200" dirty="0">
              <a:solidFill>
                <a:schemeClr val="tx1">
                  <a:tint val="75000"/>
                </a:schemeClr>
              </a:solidFill>
            </a:endParaRPr>
          </a:p>
        </p:txBody>
      </p:sp>
      <p:sp>
        <p:nvSpPr>
          <p:cNvPr id="9" name="Title 1">
            <a:extLst>
              <a:ext uri="{FF2B5EF4-FFF2-40B4-BE49-F238E27FC236}">
                <a16:creationId xmlns:a16="http://schemas.microsoft.com/office/drawing/2014/main" id="{C3034EB3-E5B7-485E-984F-A0E903E0E9A7}"/>
              </a:ext>
            </a:extLst>
          </p:cNvPr>
          <p:cNvSpPr txBox="1">
            <a:spLocks/>
          </p:cNvSpPr>
          <p:nvPr/>
        </p:nvSpPr>
        <p:spPr>
          <a:xfrm>
            <a:off x="2743200" y="2286000"/>
            <a:ext cx="3657600" cy="533400"/>
          </a:xfrm>
          <a:prstGeom prst="rect">
            <a:avLst/>
          </a:prstGeom>
        </p:spPr>
        <p:style>
          <a:lnRef idx="2">
            <a:schemeClr val="accent1"/>
          </a:lnRef>
          <a:fillRef idx="1">
            <a:schemeClr val="lt1"/>
          </a:fillRef>
          <a:effectRef idx="0">
            <a:schemeClr val="accent1"/>
          </a:effectRef>
          <a:fontRef idx="minor">
            <a:schemeClr val="dk1"/>
          </a:fontRef>
        </p:style>
        <p:txBody>
          <a:bodyPr lIns="91440" tIns="45720" rIns="91440" bIns="45720" anchor="ctr">
            <a:normAutofit/>
          </a:bodyPr>
          <a:lstStyle/>
          <a:p>
            <a:pPr algn="ctr" fontAlgn="auto">
              <a:spcAft>
                <a:spcPts val="0"/>
              </a:spcAft>
              <a:defRPr/>
            </a:pPr>
            <a:r>
              <a:rPr lang="en-US" sz="2400" b="1" dirty="0">
                <a:solidFill>
                  <a:schemeClr val="tx1"/>
                </a:solidFill>
                <a:latin typeface="+mj-lt"/>
                <a:ea typeface="+mj-ea"/>
                <a:cs typeface="+mj-cs"/>
              </a:rPr>
              <a:t>BATCH ID : 23MPCS-F5</a:t>
            </a:r>
          </a:p>
        </p:txBody>
      </p:sp>
      <p:sp>
        <p:nvSpPr>
          <p:cNvPr id="10" name="Title 1">
            <a:extLst>
              <a:ext uri="{FF2B5EF4-FFF2-40B4-BE49-F238E27FC236}">
                <a16:creationId xmlns:a16="http://schemas.microsoft.com/office/drawing/2014/main" id="{EB366ABC-1782-4359-A4C5-6579CEFE1A4B}"/>
              </a:ext>
            </a:extLst>
          </p:cNvPr>
          <p:cNvSpPr txBox="1">
            <a:spLocks/>
          </p:cNvSpPr>
          <p:nvPr/>
        </p:nvSpPr>
        <p:spPr>
          <a:xfrm>
            <a:off x="304800" y="1524000"/>
            <a:ext cx="8610600" cy="609600"/>
          </a:xfrm>
          <a:prstGeom prst="rect">
            <a:avLst/>
          </a:prstGeom>
          <a:solidFill>
            <a:schemeClr val="accent1">
              <a:lumMod val="40000"/>
              <a:lumOff val="60000"/>
            </a:schemeClr>
          </a:solidFill>
          <a:ln>
            <a:solidFill>
              <a:schemeClr val="accent1">
                <a:lumMod val="75000"/>
              </a:schemeClr>
            </a:solidFill>
          </a:ln>
        </p:spPr>
        <p:style>
          <a:lnRef idx="2">
            <a:schemeClr val="accent6">
              <a:shade val="50000"/>
            </a:schemeClr>
          </a:lnRef>
          <a:fillRef idx="1">
            <a:schemeClr val="accent6"/>
          </a:fillRef>
          <a:effectRef idx="0">
            <a:schemeClr val="accent6"/>
          </a:effectRef>
          <a:fontRef idx="minor">
            <a:schemeClr val="lt1"/>
          </a:fontRef>
        </p:style>
        <p:txBody>
          <a:bodyPr lIns="91440" tIns="45720" rIns="91440" bIns="45720" anchor="ctr">
            <a:normAutofit/>
          </a:bodyPr>
          <a:lstStyle/>
          <a:p>
            <a:pPr algn="ctr" fontAlgn="auto">
              <a:spcAft>
                <a:spcPts val="0"/>
              </a:spcAft>
              <a:defRPr/>
            </a:pPr>
            <a:r>
              <a:rPr lang="en-US" sz="2800" b="1" dirty="0">
                <a:solidFill>
                  <a:schemeClr val="tx1"/>
                </a:solidFill>
                <a:latin typeface="+mj-lt"/>
                <a:ea typeface="+mj-ea"/>
                <a:cs typeface="+mj-cs"/>
              </a:rPr>
              <a:t>Title: Title of the Project</a:t>
            </a:r>
          </a:p>
        </p:txBody>
      </p:sp>
      <p:graphicFrame>
        <p:nvGraphicFramePr>
          <p:cNvPr id="12" name="Table 11">
            <a:extLst>
              <a:ext uri="{FF2B5EF4-FFF2-40B4-BE49-F238E27FC236}">
                <a16:creationId xmlns:a16="http://schemas.microsoft.com/office/drawing/2014/main" id="{4B4BF96B-13BF-42E1-B330-96082705FEC5}"/>
              </a:ext>
            </a:extLst>
          </p:cNvPr>
          <p:cNvGraphicFramePr>
            <a:graphicFrameLocks noGrp="1"/>
          </p:cNvGraphicFramePr>
          <p:nvPr>
            <p:extLst>
              <p:ext uri="{D42A27DB-BD31-4B8C-83A1-F6EECF244321}">
                <p14:modId xmlns:p14="http://schemas.microsoft.com/office/powerpoint/2010/main" val="1014165139"/>
              </p:ext>
            </p:extLst>
          </p:nvPr>
        </p:nvGraphicFramePr>
        <p:xfrm>
          <a:off x="1219200" y="2971800"/>
          <a:ext cx="6934200" cy="1584960"/>
        </p:xfrm>
        <a:graphic>
          <a:graphicData uri="http://schemas.openxmlformats.org/drawingml/2006/table">
            <a:tbl>
              <a:tblPr firstRow="1" bandRow="1">
                <a:tableStyleId>{00A15C55-8517-42AA-B614-E9B94910E393}</a:tableStyleId>
              </a:tblPr>
              <a:tblGrid>
                <a:gridCol w="780098">
                  <a:extLst>
                    <a:ext uri="{9D8B030D-6E8A-4147-A177-3AD203B41FA5}">
                      <a16:colId xmlns:a16="http://schemas.microsoft.com/office/drawing/2014/main" val="20000"/>
                    </a:ext>
                  </a:extLst>
                </a:gridCol>
                <a:gridCol w="1839489">
                  <a:extLst>
                    <a:ext uri="{9D8B030D-6E8A-4147-A177-3AD203B41FA5}">
                      <a16:colId xmlns:a16="http://schemas.microsoft.com/office/drawing/2014/main" val="20001"/>
                    </a:ext>
                  </a:extLst>
                </a:gridCol>
                <a:gridCol w="4314613">
                  <a:extLst>
                    <a:ext uri="{9D8B030D-6E8A-4147-A177-3AD203B41FA5}">
                      <a16:colId xmlns:a16="http://schemas.microsoft.com/office/drawing/2014/main" val="20002"/>
                    </a:ext>
                  </a:extLst>
                </a:gridCol>
              </a:tblGrid>
              <a:tr h="370840">
                <a:tc>
                  <a:txBody>
                    <a:bodyPr/>
                    <a:lstStyle/>
                    <a:p>
                      <a:pPr algn="ctr"/>
                      <a:r>
                        <a:rPr lang="en-US" sz="2000" b="1" dirty="0"/>
                        <a:t>S. 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b="1" dirty="0"/>
                        <a:t>Roll. 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b="1" dirty="0"/>
                        <a:t>Student 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algn="ctr"/>
                      <a:r>
                        <a:rPr lang="en-US" sz="2000"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1" dirty="0"/>
                        <a:t>23881A05AW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1" dirty="0"/>
                        <a:t>M. Srikar Reddy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algn="ctr"/>
                      <a:r>
                        <a:rPr lang="en-US" sz="2000" b="1"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1" dirty="0"/>
                        <a:t>23881A05BJ</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1" dirty="0"/>
                        <a:t>R. Shrija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a:r>
                        <a:rPr lang="en-US" sz="2000" b="1"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1" dirty="0"/>
                        <a:t>23881A05BN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1" dirty="0"/>
                        <a:t>S. Sri Harsha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pic>
        <p:nvPicPr>
          <p:cNvPr id="3" name="Picture 2">
            <a:extLst>
              <a:ext uri="{FF2B5EF4-FFF2-40B4-BE49-F238E27FC236}">
                <a16:creationId xmlns:a16="http://schemas.microsoft.com/office/drawing/2014/main" id="{7C380515-DA03-C63F-7DAB-FBAD305F3CB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24114" y="267313"/>
            <a:ext cx="1244394" cy="95188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3BCD6-0BDF-480C-A0B6-637D78994FE8}"/>
              </a:ext>
            </a:extLst>
          </p:cNvPr>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rtlCol="0">
            <a:normAutofit/>
          </a:bodyPr>
          <a:lstStyle/>
          <a:p>
            <a:pPr fontAlgn="auto">
              <a:spcAft>
                <a:spcPts val="0"/>
              </a:spcAft>
              <a:defRPr/>
            </a:pPr>
            <a:r>
              <a:rPr lang="en-US" sz="3200" b="1" dirty="0">
                <a:solidFill>
                  <a:schemeClr val="accent2">
                    <a:lumMod val="75000"/>
                  </a:schemeClr>
                </a:solidFill>
              </a:rPr>
              <a:t>Mini Project Review-2 Outlines</a:t>
            </a:r>
          </a:p>
        </p:txBody>
      </p:sp>
      <p:sp>
        <p:nvSpPr>
          <p:cNvPr id="3" name="Content Placeholder 2">
            <a:extLst>
              <a:ext uri="{FF2B5EF4-FFF2-40B4-BE49-F238E27FC236}">
                <a16:creationId xmlns:a16="http://schemas.microsoft.com/office/drawing/2014/main" id="{9B0F8B19-D2C3-436D-A49D-CAD348F238EB}"/>
              </a:ext>
            </a:extLst>
          </p:cNvPr>
          <p:cNvSpPr>
            <a:spLocks noGrp="1"/>
          </p:cNvSpPr>
          <p:nvPr>
            <p:ph idx="1"/>
          </p:nvPr>
        </p:nvSpPr>
        <p:spPr>
          <a:xfrm>
            <a:off x="228600" y="1014413"/>
            <a:ext cx="8763000" cy="5614987"/>
          </a:xfr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rtlCol="0">
            <a:noAutofit/>
          </a:bodyPr>
          <a:lstStyle/>
          <a:p>
            <a:pPr fontAlgn="auto">
              <a:lnSpc>
                <a:spcPct val="110000"/>
              </a:lnSpc>
              <a:spcBef>
                <a:spcPts val="1200"/>
              </a:spcBef>
              <a:spcAft>
                <a:spcPts val="0"/>
              </a:spcAft>
              <a:defRPr/>
            </a:pPr>
            <a:r>
              <a:rPr lang="en-US" sz="1800" b="1" dirty="0">
                <a:ea typeface="+mn-lt"/>
                <a:cs typeface="+mn-lt"/>
              </a:rPr>
              <a:t>Main idea of the Project</a:t>
            </a:r>
            <a:endParaRPr lang="en-US" sz="1800" dirty="0">
              <a:ea typeface="+mn-lt"/>
              <a:cs typeface="+mn-lt"/>
            </a:endParaRPr>
          </a:p>
          <a:p>
            <a:pPr>
              <a:lnSpc>
                <a:spcPct val="110000"/>
              </a:lnSpc>
              <a:spcBef>
                <a:spcPts val="1200"/>
              </a:spcBef>
              <a:spcAft>
                <a:spcPts val="0"/>
              </a:spcAft>
              <a:defRPr/>
            </a:pPr>
            <a:r>
              <a:rPr lang="en-US" sz="1800" b="1" dirty="0">
                <a:ea typeface="+mn-lt"/>
                <a:cs typeface="+mn-lt"/>
              </a:rPr>
              <a:t>Existing System Vs Proposed </a:t>
            </a:r>
            <a:endParaRPr lang="en-US" sz="1800" dirty="0">
              <a:ea typeface="+mn-lt"/>
              <a:cs typeface="+mn-lt"/>
            </a:endParaRPr>
          </a:p>
          <a:p>
            <a:pPr>
              <a:lnSpc>
                <a:spcPct val="110000"/>
              </a:lnSpc>
              <a:spcBef>
                <a:spcPts val="1200"/>
              </a:spcBef>
              <a:spcAft>
                <a:spcPts val="0"/>
              </a:spcAft>
              <a:defRPr/>
            </a:pPr>
            <a:r>
              <a:rPr lang="en-US" sz="1800" b="1" dirty="0">
                <a:ea typeface="+mn-lt"/>
                <a:cs typeface="+mn-lt"/>
              </a:rPr>
              <a:t>Proposed Project Objectives</a:t>
            </a:r>
            <a:endParaRPr lang="en-US" sz="1800" dirty="0">
              <a:ea typeface="+mn-lt"/>
              <a:cs typeface="+mn-lt"/>
            </a:endParaRPr>
          </a:p>
          <a:p>
            <a:pPr>
              <a:lnSpc>
                <a:spcPct val="110000"/>
              </a:lnSpc>
              <a:spcBef>
                <a:spcPts val="1200"/>
              </a:spcBef>
              <a:spcAft>
                <a:spcPts val="0"/>
              </a:spcAft>
              <a:defRPr/>
            </a:pPr>
            <a:r>
              <a:rPr lang="en-US" sz="1800" b="1" dirty="0">
                <a:ea typeface="+mn-lt"/>
                <a:cs typeface="+mn-lt"/>
              </a:rPr>
              <a:t>Proposed Project Outcomes</a:t>
            </a:r>
            <a:endParaRPr lang="en-US" sz="1800" dirty="0">
              <a:ea typeface="+mn-lt"/>
              <a:cs typeface="+mn-lt"/>
            </a:endParaRPr>
          </a:p>
          <a:p>
            <a:pPr>
              <a:lnSpc>
                <a:spcPct val="110000"/>
              </a:lnSpc>
              <a:spcBef>
                <a:spcPts val="1200"/>
              </a:spcBef>
              <a:spcAft>
                <a:spcPts val="0"/>
              </a:spcAft>
              <a:defRPr/>
            </a:pPr>
            <a:r>
              <a:rPr lang="en-US" sz="1800" b="1" dirty="0">
                <a:ea typeface="+mn-lt"/>
                <a:cs typeface="+mn-lt"/>
              </a:rPr>
              <a:t>Software and Hardware Requirements</a:t>
            </a:r>
            <a:endParaRPr lang="en-US" sz="1800" dirty="0">
              <a:ea typeface="+mn-lt"/>
              <a:cs typeface="+mn-lt"/>
            </a:endParaRPr>
          </a:p>
          <a:p>
            <a:pPr>
              <a:lnSpc>
                <a:spcPct val="110000"/>
              </a:lnSpc>
              <a:spcBef>
                <a:spcPts val="1200"/>
              </a:spcBef>
              <a:spcAft>
                <a:spcPts val="0"/>
              </a:spcAft>
              <a:defRPr/>
            </a:pPr>
            <a:r>
              <a:rPr lang="en-US" sz="1800" b="1" dirty="0">
                <a:ea typeface="+mn-lt"/>
                <a:cs typeface="+mn-lt"/>
              </a:rPr>
              <a:t>Process Model</a:t>
            </a:r>
            <a:endParaRPr lang="en-US" sz="1800" dirty="0">
              <a:ea typeface="+mn-lt"/>
              <a:cs typeface="+mn-lt"/>
            </a:endParaRPr>
          </a:p>
          <a:p>
            <a:pPr>
              <a:lnSpc>
                <a:spcPct val="110000"/>
              </a:lnSpc>
              <a:spcBef>
                <a:spcPts val="1200"/>
              </a:spcBef>
              <a:spcAft>
                <a:spcPts val="0"/>
              </a:spcAft>
              <a:defRPr/>
            </a:pPr>
            <a:r>
              <a:rPr lang="en-US" sz="1800" b="1" dirty="0">
                <a:ea typeface="+mn-lt"/>
                <a:cs typeface="+mn-lt"/>
              </a:rPr>
              <a:t>Design Phase</a:t>
            </a:r>
            <a:endParaRPr lang="en-US" sz="1800" dirty="0">
              <a:ea typeface="+mn-lt"/>
              <a:cs typeface="+mn-lt"/>
            </a:endParaRPr>
          </a:p>
          <a:p>
            <a:pPr lvl="1">
              <a:lnSpc>
                <a:spcPct val="110000"/>
              </a:lnSpc>
              <a:spcBef>
                <a:spcPts val="1200"/>
              </a:spcBef>
              <a:spcAft>
                <a:spcPts val="0"/>
              </a:spcAft>
              <a:buFont typeface="Arial,Sans-Serif" panose="020B0604020202020204" pitchFamily="34" charset="0"/>
              <a:defRPr/>
            </a:pPr>
            <a:r>
              <a:rPr lang="en-US" sz="1800" b="1" dirty="0">
                <a:ea typeface="+mn-lt"/>
                <a:cs typeface="+mn-lt"/>
              </a:rPr>
              <a:t>Architectural Diagram [Modified]</a:t>
            </a:r>
            <a:endParaRPr lang="en-US" sz="1800" dirty="0">
              <a:ea typeface="+mn-lt"/>
              <a:cs typeface="+mn-lt"/>
            </a:endParaRPr>
          </a:p>
          <a:p>
            <a:pPr lvl="1">
              <a:lnSpc>
                <a:spcPct val="110000"/>
              </a:lnSpc>
              <a:spcBef>
                <a:spcPts val="1200"/>
              </a:spcBef>
              <a:spcAft>
                <a:spcPts val="0"/>
              </a:spcAft>
              <a:buFont typeface="Arial,Sans-Serif" panose="020B0604020202020204" pitchFamily="34" charset="0"/>
              <a:defRPr/>
            </a:pPr>
            <a:r>
              <a:rPr lang="en-US" sz="1800" b="1" dirty="0">
                <a:ea typeface="+mn-lt"/>
                <a:cs typeface="+mn-lt"/>
              </a:rPr>
              <a:t>[UML Diagrams or Data Flow Diagrams] and ER-Diagrams ; It should be detailed diagrams</a:t>
            </a:r>
            <a:endParaRPr lang="en-US" sz="1800" dirty="0">
              <a:ea typeface="+mn-lt"/>
              <a:cs typeface="+mn-lt"/>
            </a:endParaRPr>
          </a:p>
          <a:p>
            <a:pPr>
              <a:lnSpc>
                <a:spcPct val="110000"/>
              </a:lnSpc>
              <a:spcBef>
                <a:spcPts val="1200"/>
              </a:spcBef>
              <a:spcAft>
                <a:spcPts val="0"/>
              </a:spcAft>
              <a:buFont typeface="Arial,Sans-Serif" panose="020B0604020202020204" pitchFamily="34" charset="0"/>
              <a:defRPr/>
            </a:pPr>
            <a:r>
              <a:rPr lang="en-US" sz="1800" b="1" dirty="0">
                <a:ea typeface="+mn-lt"/>
                <a:cs typeface="+mn-lt"/>
              </a:rPr>
              <a:t>Proposed Methods and Algorithms </a:t>
            </a:r>
          </a:p>
          <a:p>
            <a:pPr>
              <a:lnSpc>
                <a:spcPct val="110000"/>
              </a:lnSpc>
              <a:spcBef>
                <a:spcPts val="1200"/>
              </a:spcBef>
              <a:spcAft>
                <a:spcPts val="0"/>
              </a:spcAft>
              <a:buFont typeface="Arial,Sans-Serif" panose="020B0604020202020204" pitchFamily="34" charset="0"/>
              <a:defRPr/>
            </a:pPr>
            <a:r>
              <a:rPr lang="en-US" sz="1800" b="1" dirty="0">
                <a:ea typeface="+mn-lt"/>
                <a:cs typeface="+mn-lt"/>
              </a:rPr>
              <a:t>Results</a:t>
            </a:r>
          </a:p>
          <a:p>
            <a:pPr>
              <a:lnSpc>
                <a:spcPct val="110000"/>
              </a:lnSpc>
              <a:spcBef>
                <a:spcPts val="1200"/>
              </a:spcBef>
              <a:spcAft>
                <a:spcPts val="0"/>
              </a:spcAft>
              <a:buFont typeface="Arial,Sans-Serif" panose="020B0604020202020204" pitchFamily="34" charset="0"/>
              <a:defRPr/>
            </a:pPr>
            <a:r>
              <a:rPr lang="en-US" sz="1800" b="1" dirty="0">
                <a:ea typeface="+mn-lt"/>
                <a:cs typeface="+mn-lt"/>
              </a:rPr>
              <a:t>Conclusion</a:t>
            </a:r>
            <a:endParaRPr lang="en-US" sz="1100" dirty="0"/>
          </a:p>
          <a:p>
            <a:pPr fontAlgn="auto">
              <a:spcAft>
                <a:spcPts val="0"/>
              </a:spcAft>
              <a:defRPr/>
            </a:pPr>
            <a:endParaRPr lang="en-US" sz="1100" dirty="0"/>
          </a:p>
          <a:p>
            <a:pPr fontAlgn="auto">
              <a:spcAft>
                <a:spcPts val="0"/>
              </a:spcAft>
              <a:defRPr/>
            </a:pPr>
            <a:endParaRPr lang="en-US" sz="1100" dirty="0"/>
          </a:p>
          <a:p>
            <a:pPr fontAlgn="auto">
              <a:spcAft>
                <a:spcPts val="0"/>
              </a:spcAft>
              <a:defRPr/>
            </a:pPr>
            <a:endParaRPr lang="en-US" sz="1100" dirty="0"/>
          </a:p>
          <a:p>
            <a:pPr fontAlgn="auto">
              <a:spcAft>
                <a:spcPts val="0"/>
              </a:spcAft>
              <a:defRPr/>
            </a:pPr>
            <a:endParaRPr lang="en-US" sz="1100" dirty="0"/>
          </a:p>
          <a:p>
            <a:pPr fontAlgn="auto">
              <a:spcAft>
                <a:spcPts val="0"/>
              </a:spcAft>
              <a:defRPr/>
            </a:pPr>
            <a:endParaRPr lang="en-US" sz="1100" dirty="0"/>
          </a:p>
        </p:txBody>
      </p:sp>
      <p:sp>
        <p:nvSpPr>
          <p:cNvPr id="5" name="Slide Number Placeholder 4">
            <a:extLst>
              <a:ext uri="{FF2B5EF4-FFF2-40B4-BE49-F238E27FC236}">
                <a16:creationId xmlns:a16="http://schemas.microsoft.com/office/drawing/2014/main" id="{A1A625E3-5C6C-47E5-A216-96E946FCDCF9}"/>
              </a:ext>
            </a:extLst>
          </p:cNvPr>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3DC7A18A-CF2F-40C0-9C89-65D9A71130B3}" type="slidenum">
              <a:rPr lang="en-US" altLang="en-US">
                <a:solidFill>
                  <a:srgbClr val="898989"/>
                </a:solidFill>
              </a:rPr>
              <a:pPr/>
              <a:t>2</a:t>
            </a:fld>
            <a:endParaRPr lang="en-US" altLang="en-US">
              <a:solidFill>
                <a:srgbClr val="898989"/>
              </a:solidFill>
            </a:endParaRPr>
          </a:p>
        </p:txBody>
      </p:sp>
      <p:pic>
        <p:nvPicPr>
          <p:cNvPr id="4" name="Picture 3">
            <a:extLst>
              <a:ext uri="{FF2B5EF4-FFF2-40B4-BE49-F238E27FC236}">
                <a16:creationId xmlns:a16="http://schemas.microsoft.com/office/drawing/2014/main" id="{1CFCE242-E21F-4D18-A237-B7CA4E6562C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8" name="Footer Placeholder 6">
            <a:extLst>
              <a:ext uri="{FF2B5EF4-FFF2-40B4-BE49-F238E27FC236}">
                <a16:creationId xmlns:a16="http://schemas.microsoft.com/office/drawing/2014/main" id="{AA0CF1A9-7B51-DA39-B206-C946B99C8418}"/>
              </a:ext>
            </a:extLst>
          </p:cNvPr>
          <p:cNvSpPr>
            <a:spLocks noGrp="1"/>
          </p:cNvSpPr>
          <p:nvPr>
            <p:ph type="ftr" sz="quarter" idx="11"/>
          </p:nvPr>
        </p:nvSpPr>
        <p:spPr>
          <a:xfrm>
            <a:off x="3124200" y="6356350"/>
            <a:ext cx="3962400" cy="365125"/>
          </a:xfrm>
        </p:spPr>
        <p:txBody>
          <a:bodyPr/>
          <a:lstStyle/>
          <a:p>
            <a:pPr>
              <a:defRPr/>
            </a:pPr>
            <a:r>
              <a:rPr lang="en-US" dirty="0"/>
              <a:t>DEPARTMENT OF CSE MINI PROJECT REVIEW-4</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blinds(horizontal)">
                                      <p:cBhvr>
                                        <p:cTn id="7" dur="500"/>
                                        <p:tgtEl>
                                          <p:spTgt spid="3">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linds(horizontal)">
                                      <p:cBhvr>
                                        <p:cTn id="12" dur="500"/>
                                        <p:tgtEl>
                                          <p:spTgt spid="3">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blinds(horizontal)">
                                      <p:cBhvr>
                                        <p:cTn id="17" dur="500"/>
                                        <p:tgtEl>
                                          <p:spTgt spid="3">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linds(horizontal)">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blinds(horizontal)">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blinds(horizontal)">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blinds(horizontal)">
                                      <p:cBhvr>
                                        <p:cTn id="57" dur="5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blinds(horizontal)">
                                      <p:cBhvr>
                                        <p:cTn id="62"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5FFB9-D3CC-44A9-9FC7-C2A67668EBD8}"/>
              </a:ext>
            </a:extLst>
          </p:cNvPr>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rtlCol="0">
            <a:normAutofit/>
          </a:bodyPr>
          <a:lstStyle/>
          <a:p>
            <a:pPr fontAlgn="auto">
              <a:lnSpc>
                <a:spcPct val="110000"/>
              </a:lnSpc>
              <a:spcBef>
                <a:spcPts val="1200"/>
              </a:spcBef>
              <a:spcAft>
                <a:spcPts val="0"/>
              </a:spcAft>
              <a:defRPr/>
            </a:pPr>
            <a:r>
              <a:rPr lang="en-US" sz="3200" b="1" dirty="0">
                <a:solidFill>
                  <a:srgbClr val="C00000"/>
                </a:solidFill>
              </a:rPr>
              <a:t>Main idea of the Project</a:t>
            </a:r>
          </a:p>
        </p:txBody>
      </p:sp>
      <p:sp>
        <p:nvSpPr>
          <p:cNvPr id="3" name="Content Placeholder 2">
            <a:extLst>
              <a:ext uri="{FF2B5EF4-FFF2-40B4-BE49-F238E27FC236}">
                <a16:creationId xmlns:a16="http://schemas.microsoft.com/office/drawing/2014/main" id="{A815A160-9E89-4EFA-87F2-5AD9612AF7E2}"/>
              </a:ext>
            </a:extLst>
          </p:cNvPr>
          <p:cNvSpPr>
            <a:spLocks noGrp="1"/>
          </p:cNvSpPr>
          <p:nvPr>
            <p:ph idx="1"/>
          </p:nvPr>
        </p:nvSpPr>
        <p:spPr>
          <a:xfrm>
            <a:off x="228600" y="1066800"/>
            <a:ext cx="8763000" cy="5562600"/>
          </a:xfr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rtlCol="0">
            <a:normAutofit lnSpcReduction="10000"/>
          </a:bodyPr>
          <a:lstStyle/>
          <a:p>
            <a:pPr fontAlgn="auto">
              <a:spcAft>
                <a:spcPts val="0"/>
              </a:spcAft>
              <a:defRPr/>
            </a:pPr>
            <a:r>
              <a:rPr lang="en-US" sz="2800" dirty="0" err="1"/>
              <a:t>EduAssist</a:t>
            </a:r>
            <a:r>
              <a:rPr lang="en-US" sz="2800" dirty="0"/>
              <a:t> is an AI-based smart conversational chatbot designed to assist students with college enquiries.</a:t>
            </a:r>
          </a:p>
          <a:p>
            <a:pPr fontAlgn="auto">
              <a:spcAft>
                <a:spcPts val="0"/>
              </a:spcAft>
              <a:defRPr/>
            </a:pPr>
            <a:r>
              <a:rPr lang="en-US" sz="2800" dirty="0"/>
              <a:t>It provides instant responses to common questions related to admissions, courses, fee structure, scholarships, and campus facilities.</a:t>
            </a:r>
          </a:p>
          <a:p>
            <a:pPr fontAlgn="auto">
              <a:spcAft>
                <a:spcPts val="0"/>
              </a:spcAft>
              <a:defRPr/>
            </a:pPr>
            <a:r>
              <a:rPr lang="en-US" sz="2800" dirty="0"/>
              <a:t>The chatbot uses Artificial Intelligence (AI) and Natural Language Processing (NLP) to understand user queries and respond in a conversational manner. The system helps reduce the workload of college administrative staff by automatically handling frequently asked questions.</a:t>
            </a:r>
          </a:p>
          <a:p>
            <a:pPr fontAlgn="auto">
              <a:spcAft>
                <a:spcPts val="0"/>
              </a:spcAft>
              <a:defRPr/>
            </a:pPr>
            <a:r>
              <a:rPr lang="en-US" sz="2800" dirty="0"/>
              <a:t>Overall, the project aims to improve communication between students and the institution through an automated and user-friendly enquiry system.</a:t>
            </a:r>
            <a:endParaRPr lang="en-US" sz="2800" dirty="0">
              <a:cs typeface="Calibri"/>
            </a:endParaRPr>
          </a:p>
        </p:txBody>
      </p:sp>
      <p:sp>
        <p:nvSpPr>
          <p:cNvPr id="5" name="Slide Number Placeholder 4">
            <a:extLst>
              <a:ext uri="{FF2B5EF4-FFF2-40B4-BE49-F238E27FC236}">
                <a16:creationId xmlns:a16="http://schemas.microsoft.com/office/drawing/2014/main" id="{8F18BBA2-811F-41E1-AEAF-A3557D1BE27B}"/>
              </a:ext>
            </a:extLst>
          </p:cNvPr>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FDEC69A3-0958-4FE2-B1B4-1106920B80C0}" type="slidenum">
              <a:rPr lang="en-US" altLang="en-US">
                <a:solidFill>
                  <a:srgbClr val="898989"/>
                </a:solidFill>
              </a:rPr>
              <a:pPr/>
              <a:t>3</a:t>
            </a:fld>
            <a:endParaRPr lang="en-US" altLang="en-US">
              <a:solidFill>
                <a:srgbClr val="898989"/>
              </a:solidFill>
            </a:endParaRPr>
          </a:p>
        </p:txBody>
      </p:sp>
      <p:pic>
        <p:nvPicPr>
          <p:cNvPr id="4" name="Picture 3">
            <a:extLst>
              <a:ext uri="{FF2B5EF4-FFF2-40B4-BE49-F238E27FC236}">
                <a16:creationId xmlns:a16="http://schemas.microsoft.com/office/drawing/2014/main" id="{B543C64E-E448-0AE8-AC06-C25391F1722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7" name="Footer Placeholder 6">
            <a:extLst>
              <a:ext uri="{FF2B5EF4-FFF2-40B4-BE49-F238E27FC236}">
                <a16:creationId xmlns:a16="http://schemas.microsoft.com/office/drawing/2014/main" id="{AA0CF1A9-7B51-DA39-B206-C946B99C8418}"/>
              </a:ext>
            </a:extLst>
          </p:cNvPr>
          <p:cNvSpPr>
            <a:spLocks noGrp="1"/>
          </p:cNvSpPr>
          <p:nvPr>
            <p:ph type="ftr" sz="quarter" idx="11"/>
          </p:nvPr>
        </p:nvSpPr>
        <p:spPr>
          <a:xfrm>
            <a:off x="3124200" y="6356350"/>
            <a:ext cx="3962400" cy="365125"/>
          </a:xfrm>
        </p:spPr>
        <p:txBody>
          <a:bodyPr/>
          <a:lstStyle/>
          <a:p>
            <a:pPr>
              <a:defRPr/>
            </a:pPr>
            <a:r>
              <a:rPr lang="en-US" dirty="0"/>
              <a:t>DEPARTMENT OF CSE MINI PROJECT REVIEW-4</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28CED-A8D7-449C-97C8-99B0836452E6}"/>
              </a:ext>
            </a:extLst>
          </p:cNvPr>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rtlCol="0">
            <a:normAutofit/>
          </a:bodyPr>
          <a:lstStyle/>
          <a:p>
            <a:pPr fontAlgn="auto">
              <a:lnSpc>
                <a:spcPct val="110000"/>
              </a:lnSpc>
              <a:spcBef>
                <a:spcPts val="1200"/>
              </a:spcBef>
              <a:spcAft>
                <a:spcPts val="0"/>
              </a:spcAft>
              <a:defRPr/>
            </a:pPr>
            <a:r>
              <a:rPr lang="en-US" sz="3200" b="1" dirty="0">
                <a:solidFill>
                  <a:srgbClr val="C00000"/>
                </a:solidFill>
              </a:rPr>
              <a:t>Existing System Vs Proposed </a:t>
            </a:r>
          </a:p>
        </p:txBody>
      </p:sp>
      <p:sp>
        <p:nvSpPr>
          <p:cNvPr id="5" name="Slide Number Placeholder 4">
            <a:extLst>
              <a:ext uri="{FF2B5EF4-FFF2-40B4-BE49-F238E27FC236}">
                <a16:creationId xmlns:a16="http://schemas.microsoft.com/office/drawing/2014/main" id="{7796F442-E18B-4635-9FAA-701AD322F9E1}"/>
              </a:ext>
            </a:extLst>
          </p:cNvPr>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D5C5A9F0-E73D-4B60-A9C9-5ECD709B9C67}" type="slidenum">
              <a:rPr lang="en-US" altLang="en-US">
                <a:solidFill>
                  <a:srgbClr val="898989"/>
                </a:solidFill>
              </a:rPr>
              <a:pPr/>
              <a:t>4</a:t>
            </a:fld>
            <a:endParaRPr lang="en-US" altLang="en-US">
              <a:solidFill>
                <a:srgbClr val="898989"/>
              </a:solidFill>
            </a:endParaRPr>
          </a:p>
        </p:txBody>
      </p:sp>
      <p:sp>
        <p:nvSpPr>
          <p:cNvPr id="7" name="Footer Placeholder 6">
            <a:extLst>
              <a:ext uri="{FF2B5EF4-FFF2-40B4-BE49-F238E27FC236}">
                <a16:creationId xmlns:a16="http://schemas.microsoft.com/office/drawing/2014/main" id="{5D6B6BA2-8763-4063-9DAF-378FCB0B449B}"/>
              </a:ext>
            </a:extLst>
          </p:cNvPr>
          <p:cNvSpPr>
            <a:spLocks noGrp="1"/>
          </p:cNvSpPr>
          <p:nvPr>
            <p:ph type="ftr" sz="quarter" idx="11"/>
          </p:nvPr>
        </p:nvSpPr>
        <p:spPr>
          <a:xfrm>
            <a:off x="2362200" y="6356350"/>
            <a:ext cx="4114800" cy="365125"/>
          </a:xfrm>
        </p:spPr>
        <p:txBody>
          <a:bodyPr/>
          <a:lstStyle/>
          <a:p>
            <a:pPr>
              <a:defRPr/>
            </a:pPr>
            <a:r>
              <a:rPr lang="en-US" dirty="0"/>
              <a:t>DEPARTMENT OF CSE MINI PROJECT REVIEW-1</a:t>
            </a:r>
          </a:p>
        </p:txBody>
      </p:sp>
      <p:sp>
        <p:nvSpPr>
          <p:cNvPr id="9" name="Content Placeholder 8"/>
          <p:cNvSpPr>
            <a:spLocks noGrp="1"/>
          </p:cNvSpPr>
          <p:nvPr>
            <p:ph idx="1"/>
          </p:nvPr>
        </p:nvSpPr>
        <p:spPr/>
        <p:txBody>
          <a:bodyPr/>
          <a:lstStyle/>
          <a:p>
            <a:endParaRPr lang="en-US" dirty="0"/>
          </a:p>
        </p:txBody>
      </p:sp>
      <p:pic>
        <p:nvPicPr>
          <p:cNvPr id="3" name="Picture 2">
            <a:extLst>
              <a:ext uri="{FF2B5EF4-FFF2-40B4-BE49-F238E27FC236}">
                <a16:creationId xmlns:a16="http://schemas.microsoft.com/office/drawing/2014/main" id="{03D90AE2-BDCA-9B3A-4F4B-21D4398447A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4" name="Content Placeholder 2">
            <a:extLst>
              <a:ext uri="{FF2B5EF4-FFF2-40B4-BE49-F238E27FC236}">
                <a16:creationId xmlns:a16="http://schemas.microsoft.com/office/drawing/2014/main" id="{6CE7D5AF-E7FA-CA07-9D90-D8FD812F3F68}"/>
              </a:ext>
            </a:extLst>
          </p:cNvPr>
          <p:cNvSpPr txBox="1">
            <a:spLocks/>
          </p:cNvSpPr>
          <p:nvPr/>
        </p:nvSpPr>
        <p:spPr bwMode="auto">
          <a:xfrm>
            <a:off x="228600" y="1066800"/>
            <a:ext cx="8763000" cy="5562600"/>
          </a:xfrm>
          <a:prstGeom prst="rect">
            <a:avLst/>
          </a:prstGeom>
          <a:ln w="25400" cap="flat" cmpd="sng" algn="ctr">
            <a:solidFill>
              <a:schemeClr val="accent1">
                <a:lumMod val="75000"/>
              </a:schemeClr>
            </a:solidFill>
            <a:prstDash val="soli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normAutofit/>
          </a:bodyPr>
          <a:lstStyle>
            <a:lvl1pPr marL="342900" indent="-342900" algn="l" rtl="0" fontAlgn="base">
              <a:spcBef>
                <a:spcPct val="20000"/>
              </a:spcBef>
              <a:spcAft>
                <a:spcPct val="0"/>
              </a:spcAft>
              <a:buFont typeface="Arial" panose="020B0604020202020204" pitchFamily="34" charset="0"/>
              <a:buChar char="•"/>
              <a:defRPr sz="3200" kern="1200">
                <a:solidFill>
                  <a:schemeClr val="dk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dk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dk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marL="0" indent="0" fontAlgn="auto">
              <a:spcAft>
                <a:spcPts val="0"/>
              </a:spcAft>
              <a:buNone/>
              <a:defRPr/>
            </a:pPr>
            <a:r>
              <a:rPr lang="en-US" sz="2400" b="1" dirty="0"/>
              <a:t>Existing System</a:t>
            </a:r>
          </a:p>
          <a:p>
            <a:pPr fontAlgn="auto">
              <a:spcAft>
                <a:spcPts val="0"/>
              </a:spcAft>
              <a:defRPr/>
            </a:pPr>
            <a:r>
              <a:rPr lang="en-US" sz="2400" dirty="0"/>
              <a:t>Manual enquiry through phone, email, or college office.</a:t>
            </a:r>
          </a:p>
          <a:p>
            <a:pPr fontAlgn="auto">
              <a:spcAft>
                <a:spcPts val="0"/>
              </a:spcAft>
              <a:defRPr/>
            </a:pPr>
            <a:r>
              <a:rPr lang="en-US" sz="2400" dirty="0"/>
              <a:t>Available only during office hours.</a:t>
            </a:r>
          </a:p>
          <a:p>
            <a:pPr fontAlgn="auto">
              <a:spcAft>
                <a:spcPts val="0"/>
              </a:spcAft>
              <a:defRPr/>
            </a:pPr>
            <a:r>
              <a:rPr lang="en-US" sz="2400" dirty="0"/>
              <a:t>Slow response and higher staff workload.</a:t>
            </a:r>
          </a:p>
          <a:p>
            <a:pPr marL="0" indent="0" fontAlgn="auto">
              <a:spcAft>
                <a:spcPts val="0"/>
              </a:spcAft>
              <a:buNone/>
              <a:defRPr/>
            </a:pPr>
            <a:endParaRPr lang="en-US" sz="2400" dirty="0"/>
          </a:p>
          <a:p>
            <a:pPr marL="0" indent="0" fontAlgn="auto">
              <a:spcAft>
                <a:spcPts val="0"/>
              </a:spcAft>
              <a:buNone/>
              <a:defRPr/>
            </a:pPr>
            <a:r>
              <a:rPr lang="en-US" sz="2400" b="1" dirty="0"/>
              <a:t>Proposed System (</a:t>
            </a:r>
            <a:r>
              <a:rPr lang="en-US" sz="2400" b="1" dirty="0" err="1"/>
              <a:t>EduAssist</a:t>
            </a:r>
            <a:r>
              <a:rPr lang="en-US" sz="2400" b="1" dirty="0"/>
              <a:t>)</a:t>
            </a:r>
          </a:p>
          <a:p>
            <a:pPr fontAlgn="auto">
              <a:spcAft>
                <a:spcPts val="0"/>
              </a:spcAft>
              <a:defRPr/>
            </a:pPr>
            <a:r>
              <a:rPr lang="en-US" sz="2400" dirty="0"/>
              <a:t>AI chatbot answers academic queries automatically.</a:t>
            </a:r>
          </a:p>
          <a:p>
            <a:pPr fontAlgn="auto">
              <a:spcAft>
                <a:spcPts val="0"/>
              </a:spcAft>
              <a:defRPr/>
            </a:pPr>
            <a:r>
              <a:rPr lang="en-US" sz="2400" dirty="0"/>
              <a:t>Generates study plan.</a:t>
            </a:r>
          </a:p>
          <a:p>
            <a:pPr fontAlgn="auto">
              <a:spcAft>
                <a:spcPts val="0"/>
              </a:spcAft>
              <a:defRPr/>
            </a:pPr>
            <a:r>
              <a:rPr lang="en-US" sz="2400" dirty="0"/>
              <a:t>Fast responses and reduced administrative work.</a:t>
            </a:r>
          </a:p>
          <a:p>
            <a:pPr fontAlgn="auto">
              <a:spcAft>
                <a:spcPts val="0"/>
              </a:spcAft>
              <a:defRPr/>
            </a:pPr>
            <a:r>
              <a:rPr lang="en-US" sz="2400" dirty="0">
                <a:cs typeface="Calibri"/>
              </a:rPr>
              <a:t>AI adaptive quizzes</a:t>
            </a:r>
          </a:p>
        </p:txBody>
      </p:sp>
      <p:sp>
        <p:nvSpPr>
          <p:cNvPr id="10" name="Footer Placeholder 6">
            <a:extLst>
              <a:ext uri="{FF2B5EF4-FFF2-40B4-BE49-F238E27FC236}">
                <a16:creationId xmlns:a16="http://schemas.microsoft.com/office/drawing/2014/main" id="{AA0CF1A9-7B51-DA39-B206-C946B99C8418}"/>
              </a:ext>
            </a:extLst>
          </p:cNvPr>
          <p:cNvSpPr txBox="1">
            <a:spLocks/>
          </p:cNvSpPr>
          <p:nvPr/>
        </p:nvSpPr>
        <p:spPr>
          <a:xfrm>
            <a:off x="3124200" y="6356350"/>
            <a:ext cx="39624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DEPARTMENT OF CSE MINI PROJECT REVIEW-4</a:t>
            </a:r>
            <a:endParaRPr lang="en-US" dirty="0"/>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C24ACF-E93E-429C-B571-59A1E5F854AE}"/>
              </a:ext>
            </a:extLst>
          </p:cNvPr>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rtlCol="0">
            <a:normAutofit/>
          </a:bodyPr>
          <a:lstStyle/>
          <a:p>
            <a:pPr fontAlgn="auto">
              <a:lnSpc>
                <a:spcPct val="110000"/>
              </a:lnSpc>
              <a:spcBef>
                <a:spcPts val="1200"/>
              </a:spcBef>
              <a:spcAft>
                <a:spcPts val="0"/>
              </a:spcAft>
              <a:defRPr/>
            </a:pPr>
            <a:r>
              <a:rPr lang="en-US" sz="3200" b="1" dirty="0">
                <a:solidFill>
                  <a:srgbClr val="C00000"/>
                </a:solidFill>
              </a:rPr>
              <a:t>Proposed Project Objectives</a:t>
            </a:r>
          </a:p>
        </p:txBody>
      </p:sp>
      <p:sp>
        <p:nvSpPr>
          <p:cNvPr id="3" name="Content Placeholder 2">
            <a:extLst>
              <a:ext uri="{FF2B5EF4-FFF2-40B4-BE49-F238E27FC236}">
                <a16:creationId xmlns:a16="http://schemas.microsoft.com/office/drawing/2014/main" id="{0F718A44-8ABC-42DF-9BB1-E9A15FE0BCFB}"/>
              </a:ext>
            </a:extLst>
          </p:cNvPr>
          <p:cNvSpPr>
            <a:spLocks noGrp="1"/>
          </p:cNvSpPr>
          <p:nvPr>
            <p:ph idx="1"/>
          </p:nvPr>
        </p:nvSpPr>
        <p:spPr>
          <a:xfrm>
            <a:off x="228600" y="1066800"/>
            <a:ext cx="8763000" cy="5562600"/>
          </a:xfr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rtlCol="0">
            <a:noAutofit/>
          </a:bodyPr>
          <a:lstStyle/>
          <a:p>
            <a:pPr fontAlgn="auto">
              <a:spcAft>
                <a:spcPts val="0"/>
              </a:spcAft>
              <a:defRPr/>
            </a:pPr>
            <a:r>
              <a:rPr lang="en-US" sz="2400" dirty="0"/>
              <a:t>To develop an AI-based chatbot that can answer college enquiry questions automatically.</a:t>
            </a:r>
          </a:p>
          <a:p>
            <a:pPr fontAlgn="auto">
              <a:spcAft>
                <a:spcPts val="0"/>
              </a:spcAft>
              <a:defRPr/>
            </a:pPr>
            <a:r>
              <a:rPr lang="en-US" sz="2400" dirty="0"/>
              <a:t>To provide quick and accurate information about admissions, courses, fees, and campus facilities.</a:t>
            </a:r>
          </a:p>
          <a:p>
            <a:pPr fontAlgn="auto">
              <a:spcAft>
                <a:spcPts val="0"/>
              </a:spcAft>
              <a:defRPr/>
            </a:pPr>
            <a:r>
              <a:rPr lang="en-US" sz="2400" dirty="0"/>
              <a:t>To create a 24/7 virtual assistant for students and parents.</a:t>
            </a:r>
          </a:p>
          <a:p>
            <a:pPr fontAlgn="auto">
              <a:spcAft>
                <a:spcPts val="0"/>
              </a:spcAft>
              <a:defRPr/>
            </a:pPr>
            <a:r>
              <a:rPr lang="en-US" sz="2400" dirty="0"/>
              <a:t>To reduce the workload of college administrative staff by handling frequently asked questions.</a:t>
            </a:r>
          </a:p>
          <a:p>
            <a:pPr fontAlgn="auto">
              <a:spcAft>
                <a:spcPts val="0"/>
              </a:spcAft>
              <a:defRPr/>
            </a:pPr>
            <a:r>
              <a:rPr lang="en-US" sz="2400" dirty="0"/>
              <a:t>To improve communication and accessibility of information through a user-friendly conversational interface.</a:t>
            </a:r>
          </a:p>
        </p:txBody>
      </p:sp>
      <p:sp>
        <p:nvSpPr>
          <p:cNvPr id="5" name="Slide Number Placeholder 4">
            <a:extLst>
              <a:ext uri="{FF2B5EF4-FFF2-40B4-BE49-F238E27FC236}">
                <a16:creationId xmlns:a16="http://schemas.microsoft.com/office/drawing/2014/main" id="{4F44F6A7-E80B-4C13-8FAA-7BE38155FAB8}"/>
              </a:ext>
            </a:extLst>
          </p:cNvPr>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83C13DFD-FA58-48AD-B109-2C30D8D6F058}" type="slidenum">
              <a:rPr lang="en-US" altLang="en-US">
                <a:solidFill>
                  <a:srgbClr val="898989"/>
                </a:solidFill>
              </a:rPr>
              <a:pPr/>
              <a:t>5</a:t>
            </a:fld>
            <a:endParaRPr lang="en-US" altLang="en-US">
              <a:solidFill>
                <a:srgbClr val="898989"/>
              </a:solidFill>
            </a:endParaRPr>
          </a:p>
        </p:txBody>
      </p:sp>
      <p:pic>
        <p:nvPicPr>
          <p:cNvPr id="4" name="Picture 3">
            <a:extLst>
              <a:ext uri="{FF2B5EF4-FFF2-40B4-BE49-F238E27FC236}">
                <a16:creationId xmlns:a16="http://schemas.microsoft.com/office/drawing/2014/main" id="{24D567A5-0A6B-AFA0-3540-53A824978C3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7" name="Footer Placeholder 6">
            <a:extLst>
              <a:ext uri="{FF2B5EF4-FFF2-40B4-BE49-F238E27FC236}">
                <a16:creationId xmlns:a16="http://schemas.microsoft.com/office/drawing/2014/main" id="{AA0CF1A9-7B51-DA39-B206-C946B99C8418}"/>
              </a:ext>
            </a:extLst>
          </p:cNvPr>
          <p:cNvSpPr>
            <a:spLocks noGrp="1"/>
          </p:cNvSpPr>
          <p:nvPr>
            <p:ph type="ftr" sz="quarter" idx="11"/>
          </p:nvPr>
        </p:nvSpPr>
        <p:spPr>
          <a:xfrm>
            <a:off x="3124200" y="6356350"/>
            <a:ext cx="3962400" cy="365125"/>
          </a:xfrm>
        </p:spPr>
        <p:txBody>
          <a:bodyPr/>
          <a:lstStyle/>
          <a:p>
            <a:pPr>
              <a:defRPr/>
            </a:pPr>
            <a:r>
              <a:rPr lang="en-US" dirty="0"/>
              <a:t>DEPARTMENT OF CSE MINI PROJECT REVIEW-4</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a:normAutofit/>
          </a:bodyPr>
          <a:lstStyle/>
          <a:p>
            <a:pPr>
              <a:lnSpc>
                <a:spcPct val="110000"/>
              </a:lnSpc>
              <a:spcBef>
                <a:spcPts val="1200"/>
              </a:spcBef>
            </a:pPr>
            <a:r>
              <a:rPr lang="en-US" sz="3200" b="1" dirty="0">
                <a:solidFill>
                  <a:srgbClr val="C00000"/>
                </a:solidFill>
              </a:rPr>
              <a:t>Proposed Project Outcomes</a:t>
            </a:r>
          </a:p>
        </p:txBody>
      </p:sp>
      <p:sp>
        <p:nvSpPr>
          <p:cNvPr id="3" name="Content Placeholder 2"/>
          <p:cNvSpPr>
            <a:spLocks noGrp="1"/>
          </p:cNvSpPr>
          <p:nvPr>
            <p:ph idx="1"/>
          </p:nvPr>
        </p:nvSpPr>
        <p:spPr>
          <a:xfrm>
            <a:off x="228600" y="1066800"/>
            <a:ext cx="8763000" cy="5562600"/>
          </a:xfr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a:normAutofit/>
          </a:bodyPr>
          <a:lstStyle/>
          <a:p>
            <a:r>
              <a:rPr lang="en-US" sz="2800" dirty="0"/>
              <a:t>Students receive instant answers to college enquiry questions.</a:t>
            </a:r>
          </a:p>
          <a:p>
            <a:r>
              <a:rPr lang="en-US" sz="2800" dirty="0"/>
              <a:t>The system provides accurate information about admissions, courses, and fees.</a:t>
            </a:r>
          </a:p>
          <a:p>
            <a:r>
              <a:rPr lang="en-US" sz="2800" dirty="0"/>
              <a:t>24/7 availability of enquiry support for students and parents.</a:t>
            </a:r>
          </a:p>
          <a:p>
            <a:r>
              <a:rPr lang="en-US" sz="2800" dirty="0"/>
              <a:t>Reduced workload for college administrative staff.</a:t>
            </a:r>
          </a:p>
          <a:p>
            <a:r>
              <a:rPr lang="en-US" sz="2800" dirty="0"/>
              <a:t>Improved communication and user experience through an AI-based chatbot.</a:t>
            </a:r>
          </a:p>
        </p:txBody>
      </p:sp>
      <p:sp>
        <p:nvSpPr>
          <p:cNvPr id="5" name="Slide Number Placeholder 4"/>
          <p:cNvSpPr>
            <a:spLocks noGrp="1"/>
          </p:cNvSpPr>
          <p:nvPr>
            <p:ph type="sldNum" sz="quarter" idx="12"/>
          </p:nvPr>
        </p:nvSpPr>
        <p:spPr/>
        <p:txBody>
          <a:bodyPr/>
          <a:lstStyle/>
          <a:p>
            <a:fld id="{B6F15528-21DE-4FAA-801E-634DDDAF4B2B}" type="slidenum">
              <a:rPr lang="en-US"/>
              <a:pPr/>
              <a:t>6</a:t>
            </a:fld>
            <a:endParaRPr lang="en-US"/>
          </a:p>
        </p:txBody>
      </p:sp>
      <p:pic>
        <p:nvPicPr>
          <p:cNvPr id="6" name="Picture 5">
            <a:extLst>
              <a:ext uri="{FF2B5EF4-FFF2-40B4-BE49-F238E27FC236}">
                <a16:creationId xmlns:a16="http://schemas.microsoft.com/office/drawing/2014/main" id="{DCE2FDDD-2424-0E7F-DD96-199FAF1E2F0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7" name="Footer Placeholder 6">
            <a:extLst>
              <a:ext uri="{FF2B5EF4-FFF2-40B4-BE49-F238E27FC236}">
                <a16:creationId xmlns:a16="http://schemas.microsoft.com/office/drawing/2014/main" id="{AA0CF1A9-7B51-DA39-B206-C946B99C8418}"/>
              </a:ext>
            </a:extLst>
          </p:cNvPr>
          <p:cNvSpPr>
            <a:spLocks noGrp="1"/>
          </p:cNvSpPr>
          <p:nvPr>
            <p:ph type="ftr" sz="quarter" idx="11"/>
          </p:nvPr>
        </p:nvSpPr>
        <p:spPr>
          <a:xfrm>
            <a:off x="3124200" y="6356350"/>
            <a:ext cx="3962400" cy="365125"/>
          </a:xfrm>
        </p:spPr>
        <p:txBody>
          <a:bodyPr/>
          <a:lstStyle/>
          <a:p>
            <a:pPr>
              <a:defRPr/>
            </a:pPr>
            <a:r>
              <a:rPr lang="en-US" dirty="0"/>
              <a:t>DEPARTMENT OF CSE MINI PROJECT REVIEW-4</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a:normAutofit/>
          </a:bodyPr>
          <a:lstStyle/>
          <a:p>
            <a:pPr>
              <a:lnSpc>
                <a:spcPct val="110000"/>
              </a:lnSpc>
              <a:spcBef>
                <a:spcPts val="1200"/>
              </a:spcBef>
            </a:pPr>
            <a:r>
              <a:rPr lang="en-US" sz="3200" b="1" dirty="0">
                <a:solidFill>
                  <a:srgbClr val="C00000"/>
                </a:solidFill>
              </a:rPr>
              <a:t>Software and Hardware Requirements</a:t>
            </a:r>
          </a:p>
        </p:txBody>
      </p:sp>
      <p:sp>
        <p:nvSpPr>
          <p:cNvPr id="3" name="Content Placeholder 2"/>
          <p:cNvSpPr>
            <a:spLocks noGrp="1"/>
          </p:cNvSpPr>
          <p:nvPr>
            <p:ph idx="1"/>
          </p:nvPr>
        </p:nvSpPr>
        <p:spPr>
          <a:xfrm>
            <a:off x="228600" y="1066800"/>
            <a:ext cx="8763000" cy="5562600"/>
          </a:xfr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a:normAutofit/>
          </a:bodyPr>
          <a:lstStyle/>
          <a:p>
            <a:pPr>
              <a:buNone/>
            </a:pPr>
            <a:r>
              <a:rPr lang="en-US" sz="2000" b="1" dirty="0"/>
              <a:t>Software Requirements</a:t>
            </a:r>
          </a:p>
          <a:p>
            <a:r>
              <a:rPr lang="en-US" sz="2000" dirty="0"/>
              <a:t>Operating System: Windows / macOS / Linux</a:t>
            </a:r>
          </a:p>
          <a:p>
            <a:r>
              <a:rPr lang="en-US" sz="2000" dirty="0"/>
              <a:t>Programming Language: Python</a:t>
            </a:r>
          </a:p>
          <a:p>
            <a:r>
              <a:rPr lang="en-US" sz="2000" dirty="0"/>
              <a:t>Development Tools: VS Code / PyCharm</a:t>
            </a:r>
          </a:p>
          <a:p>
            <a:r>
              <a:rPr lang="en-US" sz="2000" dirty="0"/>
              <a:t>Frameworks/Libraries: NLP libraries (NLTK / TensorFlow / Flask)</a:t>
            </a:r>
          </a:p>
          <a:p>
            <a:r>
              <a:rPr lang="en-US" sz="2000" dirty="0"/>
              <a:t>Database: MySQL / SQLite</a:t>
            </a:r>
          </a:p>
          <a:p>
            <a:r>
              <a:rPr lang="en-US" sz="2000" dirty="0"/>
              <a:t>Web Technologies: HTML, CSS, JavaScript</a:t>
            </a:r>
          </a:p>
          <a:p>
            <a:pPr marL="0" indent="0">
              <a:buNone/>
            </a:pPr>
            <a:endParaRPr lang="en-US" sz="2000" dirty="0"/>
          </a:p>
          <a:p>
            <a:pPr>
              <a:buNone/>
            </a:pPr>
            <a:r>
              <a:rPr lang="en-US" sz="2000" b="1" dirty="0"/>
              <a:t>Hardware Requirements</a:t>
            </a:r>
          </a:p>
          <a:p>
            <a:r>
              <a:rPr lang="en-US" sz="2000" dirty="0"/>
              <a:t>Processor: Intel i3 or higher</a:t>
            </a:r>
          </a:p>
          <a:p>
            <a:r>
              <a:rPr lang="en-US" sz="2000" dirty="0"/>
              <a:t>RAM: Minimum 4 GB</a:t>
            </a:r>
          </a:p>
          <a:p>
            <a:r>
              <a:rPr lang="en-US" sz="2000" dirty="0"/>
              <a:t>Storage: 100 GB Hard Disk or SSD</a:t>
            </a:r>
          </a:p>
          <a:p>
            <a:r>
              <a:rPr lang="en-US" sz="2000" dirty="0"/>
              <a:t>Internet Connection for chatbot access and updates</a:t>
            </a:r>
          </a:p>
        </p:txBody>
      </p:sp>
      <p:sp>
        <p:nvSpPr>
          <p:cNvPr id="5" name="Slide Number Placeholder 4"/>
          <p:cNvSpPr>
            <a:spLocks noGrp="1"/>
          </p:cNvSpPr>
          <p:nvPr>
            <p:ph type="sldNum" sz="quarter" idx="12"/>
          </p:nvPr>
        </p:nvSpPr>
        <p:spPr/>
        <p:txBody>
          <a:bodyPr/>
          <a:lstStyle/>
          <a:p>
            <a:fld id="{B6F15528-21DE-4FAA-801E-634DDDAF4B2B}" type="slidenum">
              <a:rPr lang="en-US"/>
              <a:pPr/>
              <a:t>7</a:t>
            </a:fld>
            <a:endParaRPr lang="en-US"/>
          </a:p>
        </p:txBody>
      </p:sp>
      <p:pic>
        <p:nvPicPr>
          <p:cNvPr id="6" name="Picture 5">
            <a:extLst>
              <a:ext uri="{FF2B5EF4-FFF2-40B4-BE49-F238E27FC236}">
                <a16:creationId xmlns:a16="http://schemas.microsoft.com/office/drawing/2014/main" id="{0AC52FED-457C-B8CE-592D-306D2267233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7" name="Footer Placeholder 6">
            <a:extLst>
              <a:ext uri="{FF2B5EF4-FFF2-40B4-BE49-F238E27FC236}">
                <a16:creationId xmlns:a16="http://schemas.microsoft.com/office/drawing/2014/main" id="{AA0CF1A9-7B51-DA39-B206-C946B99C8418}"/>
              </a:ext>
            </a:extLst>
          </p:cNvPr>
          <p:cNvSpPr>
            <a:spLocks noGrp="1"/>
          </p:cNvSpPr>
          <p:nvPr>
            <p:ph type="ftr" sz="quarter" idx="11"/>
          </p:nvPr>
        </p:nvSpPr>
        <p:spPr>
          <a:xfrm>
            <a:off x="3124200" y="6356350"/>
            <a:ext cx="3962400" cy="365125"/>
          </a:xfrm>
        </p:spPr>
        <p:txBody>
          <a:bodyPr/>
          <a:lstStyle/>
          <a:p>
            <a:pPr>
              <a:defRPr/>
            </a:pPr>
            <a:r>
              <a:rPr lang="en-US" dirty="0"/>
              <a:t>DEPARTMENT OF CSE MINI PROJECT REVIEW-4</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F901D-E22F-4DE8-9432-DE53CF2D0382}"/>
              </a:ext>
            </a:extLst>
          </p:cNvPr>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rtlCol="0">
            <a:normAutofit/>
          </a:bodyPr>
          <a:lstStyle/>
          <a:p>
            <a:pPr fontAlgn="auto">
              <a:lnSpc>
                <a:spcPct val="110000"/>
              </a:lnSpc>
              <a:spcBef>
                <a:spcPts val="1200"/>
              </a:spcBef>
              <a:spcAft>
                <a:spcPts val="0"/>
              </a:spcAft>
              <a:defRPr/>
            </a:pPr>
            <a:r>
              <a:rPr lang="en-US" sz="3200" b="1" dirty="0">
                <a:solidFill>
                  <a:srgbClr val="C00000"/>
                </a:solidFill>
              </a:rPr>
              <a:t>Process Model</a:t>
            </a:r>
          </a:p>
        </p:txBody>
      </p:sp>
      <p:sp>
        <p:nvSpPr>
          <p:cNvPr id="5" name="Slide Number Placeholder 4">
            <a:extLst>
              <a:ext uri="{FF2B5EF4-FFF2-40B4-BE49-F238E27FC236}">
                <a16:creationId xmlns:a16="http://schemas.microsoft.com/office/drawing/2014/main" id="{8FA3DC3E-817D-4934-A8A3-9B35012B69C8}"/>
              </a:ext>
            </a:extLst>
          </p:cNvPr>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2F14D1DE-E57B-4FC7-9D83-AB1C4CB583B1}" type="slidenum">
              <a:rPr lang="en-US" altLang="en-US">
                <a:solidFill>
                  <a:srgbClr val="898989"/>
                </a:solidFill>
              </a:rPr>
              <a:pPr/>
              <a:t>8</a:t>
            </a:fld>
            <a:endParaRPr lang="en-US" altLang="en-US">
              <a:solidFill>
                <a:srgbClr val="898989"/>
              </a:solidFill>
            </a:endParaRPr>
          </a:p>
        </p:txBody>
      </p:sp>
      <p:pic>
        <p:nvPicPr>
          <p:cNvPr id="4" name="Picture 3">
            <a:extLst>
              <a:ext uri="{FF2B5EF4-FFF2-40B4-BE49-F238E27FC236}">
                <a16:creationId xmlns:a16="http://schemas.microsoft.com/office/drawing/2014/main" id="{4B359326-8E95-426A-1865-46915AD87E6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7" name="Footer Placeholder 6">
            <a:extLst>
              <a:ext uri="{FF2B5EF4-FFF2-40B4-BE49-F238E27FC236}">
                <a16:creationId xmlns:a16="http://schemas.microsoft.com/office/drawing/2014/main" id="{AA0CF1A9-7B51-DA39-B206-C946B99C8418}"/>
              </a:ext>
            </a:extLst>
          </p:cNvPr>
          <p:cNvSpPr>
            <a:spLocks noGrp="1"/>
          </p:cNvSpPr>
          <p:nvPr>
            <p:ph type="ftr" sz="quarter" idx="11"/>
          </p:nvPr>
        </p:nvSpPr>
        <p:spPr>
          <a:xfrm>
            <a:off x="3124200" y="6356350"/>
            <a:ext cx="3962400" cy="365125"/>
          </a:xfrm>
        </p:spPr>
        <p:txBody>
          <a:bodyPr/>
          <a:lstStyle/>
          <a:p>
            <a:pPr>
              <a:defRPr/>
            </a:pPr>
            <a:r>
              <a:rPr lang="en-US" dirty="0"/>
              <a:t>DEPARTMENT OF CSE MINI PROJECT REVIEW-4</a:t>
            </a:r>
          </a:p>
        </p:txBody>
      </p:sp>
      <p:pic>
        <p:nvPicPr>
          <p:cNvPr id="21" name="Picture 20">
            <a:extLst>
              <a:ext uri="{FF2B5EF4-FFF2-40B4-BE49-F238E27FC236}">
                <a16:creationId xmlns:a16="http://schemas.microsoft.com/office/drawing/2014/main" id="{424D4791-64E6-9B75-206B-DEB12FD38113}"/>
              </a:ext>
            </a:extLst>
          </p:cNvPr>
          <p:cNvPicPr>
            <a:picLocks noChangeAspect="1"/>
          </p:cNvPicPr>
          <p:nvPr/>
        </p:nvPicPr>
        <p:blipFill>
          <a:blip r:embed="rId3">
            <a:extLst>
              <a:ext uri="{28A0092B-C50C-407E-A947-70E740481C1C}">
                <a14:useLocalDpi xmlns:a14="http://schemas.microsoft.com/office/drawing/2010/main" val="0"/>
              </a:ext>
            </a:extLst>
          </a:blip>
          <a:srcRect t="15849"/>
          <a:stretch>
            <a:fillRect/>
          </a:stretch>
        </p:blipFill>
        <p:spPr>
          <a:xfrm>
            <a:off x="656607" y="1981199"/>
            <a:ext cx="7772400" cy="3567545"/>
          </a:xfrm>
          <a:prstGeom prst="rect">
            <a:avLst/>
          </a:prstGeom>
        </p:spPr>
      </p:pic>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095" y="-47743"/>
            <a:ext cx="7638305" cy="611161"/>
          </a:xfrm>
        </p:spPr>
        <p:style>
          <a:lnRef idx="2">
            <a:schemeClr val="accent5"/>
          </a:lnRef>
          <a:fillRef idx="1">
            <a:schemeClr val="lt1"/>
          </a:fillRef>
          <a:effectRef idx="0">
            <a:schemeClr val="accent5"/>
          </a:effectRef>
          <a:fontRef idx="minor">
            <a:schemeClr val="dk1"/>
          </a:fontRef>
        </p:style>
        <p:txBody>
          <a:bodyPr>
            <a:normAutofit/>
          </a:bodyPr>
          <a:lstStyle/>
          <a:p>
            <a:pPr>
              <a:lnSpc>
                <a:spcPct val="110000"/>
              </a:lnSpc>
              <a:spcBef>
                <a:spcPts val="1200"/>
              </a:spcBef>
            </a:pPr>
            <a:r>
              <a:rPr lang="en-US" sz="3200" b="1" dirty="0">
                <a:solidFill>
                  <a:srgbClr val="C00000"/>
                </a:solidFill>
              </a:rPr>
              <a:t>Architectural Diagram</a:t>
            </a:r>
          </a:p>
        </p:txBody>
      </p:sp>
      <p:sp>
        <p:nvSpPr>
          <p:cNvPr id="5" name="Slide Number Placeholder 4"/>
          <p:cNvSpPr>
            <a:spLocks noGrp="1"/>
          </p:cNvSpPr>
          <p:nvPr>
            <p:ph type="sldNum" sz="quarter" idx="12"/>
          </p:nvPr>
        </p:nvSpPr>
        <p:spPr>
          <a:xfrm>
            <a:off x="7010400" y="6492875"/>
            <a:ext cx="2133600" cy="365125"/>
          </a:xfrm>
        </p:spPr>
        <p:txBody>
          <a:bodyPr/>
          <a:lstStyle/>
          <a:p>
            <a:fld id="{B6F15528-21DE-4FAA-801E-634DDDAF4B2B}" type="slidenum">
              <a:rPr lang="en-US"/>
              <a:pPr/>
              <a:t>9</a:t>
            </a:fld>
            <a:endParaRPr lang="en-US"/>
          </a:p>
        </p:txBody>
      </p:sp>
      <p:sp>
        <p:nvSpPr>
          <p:cNvPr id="34" name="Content Placeholder 33"/>
          <p:cNvSpPr>
            <a:spLocks noGrp="1"/>
          </p:cNvSpPr>
          <p:nvPr>
            <p:ph idx="1"/>
          </p:nvPr>
        </p:nvSpPr>
        <p:spPr/>
        <p:txBody>
          <a:bodyPr/>
          <a:lstStyle/>
          <a:p>
            <a:endParaRPr lang="en-US" dirty="0"/>
          </a:p>
        </p:txBody>
      </p:sp>
      <p:pic>
        <p:nvPicPr>
          <p:cNvPr id="3" name="Picture 2">
            <a:extLst>
              <a:ext uri="{FF2B5EF4-FFF2-40B4-BE49-F238E27FC236}">
                <a16:creationId xmlns:a16="http://schemas.microsoft.com/office/drawing/2014/main" id="{6A6DD126-8543-7714-EE4A-27D656E6708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6" name="Content Placeholder 2">
            <a:extLst>
              <a:ext uri="{FF2B5EF4-FFF2-40B4-BE49-F238E27FC236}">
                <a16:creationId xmlns:a16="http://schemas.microsoft.com/office/drawing/2014/main" id="{153F79F9-1FE0-3DCC-383B-AD9CC039F066}"/>
              </a:ext>
            </a:extLst>
          </p:cNvPr>
          <p:cNvSpPr txBox="1">
            <a:spLocks/>
          </p:cNvSpPr>
          <p:nvPr/>
        </p:nvSpPr>
        <p:spPr bwMode="auto">
          <a:xfrm>
            <a:off x="190500" y="982817"/>
            <a:ext cx="8763000" cy="5692303"/>
          </a:xfrm>
          <a:prstGeom prst="rect">
            <a:avLst/>
          </a:prstGeom>
          <a:ln w="25400" cap="flat" cmpd="sng" algn="ctr">
            <a:solidFill>
              <a:schemeClr val="accent1">
                <a:lumMod val="75000"/>
              </a:schemeClr>
            </a:solidFill>
            <a:prstDash val="soli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normAutofit/>
          </a:bodyPr>
          <a:lstStyle>
            <a:lvl1pPr marL="342900" indent="-342900" algn="l" rtl="0" fontAlgn="base">
              <a:spcBef>
                <a:spcPct val="20000"/>
              </a:spcBef>
              <a:spcAft>
                <a:spcPct val="0"/>
              </a:spcAft>
              <a:buFont typeface="Arial" panose="020B0604020202020204" pitchFamily="34" charset="0"/>
              <a:buChar char="•"/>
              <a:defRPr sz="3200" kern="1200">
                <a:solidFill>
                  <a:schemeClr val="dk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dk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dk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fontAlgn="auto">
              <a:spcAft>
                <a:spcPts val="0"/>
              </a:spcAft>
              <a:defRPr/>
            </a:pPr>
            <a:endParaRPr lang="en-US" sz="2800"/>
          </a:p>
          <a:p>
            <a:pPr fontAlgn="auto">
              <a:spcAft>
                <a:spcPts val="0"/>
              </a:spcAft>
              <a:buFont typeface="Arial" panose="020B0604020202020204" pitchFamily="34" charset="0"/>
              <a:buNone/>
              <a:defRPr/>
            </a:pPr>
            <a:endParaRPr lang="en-US" sz="2800" dirty="0">
              <a:cs typeface="Calibri"/>
            </a:endParaRPr>
          </a:p>
        </p:txBody>
      </p:sp>
      <p:sp>
        <p:nvSpPr>
          <p:cNvPr id="8" name="Footer Placeholder 6">
            <a:extLst>
              <a:ext uri="{FF2B5EF4-FFF2-40B4-BE49-F238E27FC236}">
                <a16:creationId xmlns:a16="http://schemas.microsoft.com/office/drawing/2014/main" id="{AA0CF1A9-7B51-DA39-B206-C946B99C8418}"/>
              </a:ext>
            </a:extLst>
          </p:cNvPr>
          <p:cNvSpPr>
            <a:spLocks noGrp="1"/>
          </p:cNvSpPr>
          <p:nvPr>
            <p:ph type="ftr" sz="quarter" idx="11"/>
          </p:nvPr>
        </p:nvSpPr>
        <p:spPr>
          <a:xfrm>
            <a:off x="3124200" y="6356350"/>
            <a:ext cx="3962400" cy="365125"/>
          </a:xfrm>
        </p:spPr>
        <p:txBody>
          <a:bodyPr/>
          <a:lstStyle/>
          <a:p>
            <a:pPr>
              <a:defRPr/>
            </a:pPr>
            <a:r>
              <a:rPr lang="en-US" dirty="0"/>
              <a:t>DEPARTMENT OF CSE MINI PROJECT REVIEW-4</a:t>
            </a:r>
          </a:p>
        </p:txBody>
      </p:sp>
      <p:sp>
        <p:nvSpPr>
          <p:cNvPr id="4" name="TextBox 3">
            <a:extLst>
              <a:ext uri="{FF2B5EF4-FFF2-40B4-BE49-F238E27FC236}">
                <a16:creationId xmlns:a16="http://schemas.microsoft.com/office/drawing/2014/main" id="{ACA0C0CF-2F06-8192-8D1A-F7A20B7844B4}"/>
              </a:ext>
            </a:extLst>
          </p:cNvPr>
          <p:cNvSpPr txBox="1"/>
          <p:nvPr/>
        </p:nvSpPr>
        <p:spPr>
          <a:xfrm>
            <a:off x="457200" y="1277034"/>
            <a:ext cx="2819400" cy="646331"/>
          </a:xfrm>
          <a:prstGeom prst="rect">
            <a:avLst/>
          </a:prstGeom>
          <a:noFill/>
          <a:ln>
            <a:solidFill>
              <a:schemeClr val="tx1"/>
            </a:solidFill>
          </a:ln>
        </p:spPr>
        <p:txBody>
          <a:bodyPr wrap="square" rtlCol="0">
            <a:spAutoFit/>
          </a:bodyPr>
          <a:lstStyle/>
          <a:p>
            <a:pPr algn="ctr"/>
            <a:r>
              <a:rPr lang="en-US" dirty="0"/>
              <a:t>Student</a:t>
            </a:r>
          </a:p>
          <a:p>
            <a:pPr algn="ctr"/>
            <a:r>
              <a:rPr lang="en-US" dirty="0"/>
              <a:t>(Web/Mobile User)</a:t>
            </a:r>
          </a:p>
        </p:txBody>
      </p:sp>
      <p:sp>
        <p:nvSpPr>
          <p:cNvPr id="7" name="TextBox 6">
            <a:extLst>
              <a:ext uri="{FF2B5EF4-FFF2-40B4-BE49-F238E27FC236}">
                <a16:creationId xmlns:a16="http://schemas.microsoft.com/office/drawing/2014/main" id="{BD542163-E260-3FD9-F2B3-AB384914C226}"/>
              </a:ext>
            </a:extLst>
          </p:cNvPr>
          <p:cNvSpPr txBox="1"/>
          <p:nvPr/>
        </p:nvSpPr>
        <p:spPr>
          <a:xfrm>
            <a:off x="3848100" y="1154697"/>
            <a:ext cx="2971800" cy="923330"/>
          </a:xfrm>
          <a:prstGeom prst="rect">
            <a:avLst/>
          </a:prstGeom>
          <a:noFill/>
          <a:ln>
            <a:solidFill>
              <a:schemeClr val="tx1"/>
            </a:solidFill>
          </a:ln>
        </p:spPr>
        <p:txBody>
          <a:bodyPr wrap="square" rtlCol="0">
            <a:spAutoFit/>
          </a:bodyPr>
          <a:lstStyle/>
          <a:p>
            <a:pPr algn="ctr"/>
            <a:r>
              <a:rPr lang="en-US" dirty="0"/>
              <a:t>Frontend</a:t>
            </a:r>
          </a:p>
          <a:p>
            <a:pPr algn="ctr"/>
            <a:r>
              <a:rPr lang="en-US" dirty="0"/>
              <a:t>HTML, CSS, JS UI</a:t>
            </a:r>
          </a:p>
          <a:p>
            <a:pPr algn="ctr"/>
            <a:r>
              <a:rPr lang="en-US" dirty="0"/>
              <a:t>Chat + Study Plan</a:t>
            </a:r>
          </a:p>
        </p:txBody>
      </p:sp>
      <p:sp>
        <p:nvSpPr>
          <p:cNvPr id="9" name="TextBox 8">
            <a:extLst>
              <a:ext uri="{FF2B5EF4-FFF2-40B4-BE49-F238E27FC236}">
                <a16:creationId xmlns:a16="http://schemas.microsoft.com/office/drawing/2014/main" id="{DEE28F94-2855-7CDC-52FE-02B7B00F77DD}"/>
              </a:ext>
            </a:extLst>
          </p:cNvPr>
          <p:cNvSpPr txBox="1"/>
          <p:nvPr/>
        </p:nvSpPr>
        <p:spPr>
          <a:xfrm>
            <a:off x="5810248" y="2959040"/>
            <a:ext cx="2971801" cy="646331"/>
          </a:xfrm>
          <a:prstGeom prst="rect">
            <a:avLst/>
          </a:prstGeom>
          <a:noFill/>
          <a:ln>
            <a:solidFill>
              <a:schemeClr val="tx1"/>
            </a:solidFill>
          </a:ln>
        </p:spPr>
        <p:txBody>
          <a:bodyPr wrap="square" rtlCol="0">
            <a:spAutoFit/>
          </a:bodyPr>
          <a:lstStyle/>
          <a:p>
            <a:pPr algn="ctr"/>
            <a:r>
              <a:rPr lang="en-US" dirty="0"/>
              <a:t>Backend</a:t>
            </a:r>
          </a:p>
          <a:p>
            <a:pPr algn="ctr"/>
            <a:r>
              <a:rPr lang="en-US" dirty="0"/>
              <a:t>Flask Server</a:t>
            </a:r>
          </a:p>
        </p:txBody>
      </p:sp>
      <p:sp>
        <p:nvSpPr>
          <p:cNvPr id="10" name="TextBox 9">
            <a:extLst>
              <a:ext uri="{FF2B5EF4-FFF2-40B4-BE49-F238E27FC236}">
                <a16:creationId xmlns:a16="http://schemas.microsoft.com/office/drawing/2014/main" id="{3594C02F-44F3-4B6F-538F-8505B457260F}"/>
              </a:ext>
            </a:extLst>
          </p:cNvPr>
          <p:cNvSpPr txBox="1"/>
          <p:nvPr/>
        </p:nvSpPr>
        <p:spPr>
          <a:xfrm>
            <a:off x="5700527" y="4391223"/>
            <a:ext cx="3124200" cy="646331"/>
          </a:xfrm>
          <a:prstGeom prst="rect">
            <a:avLst/>
          </a:prstGeom>
          <a:noFill/>
          <a:ln>
            <a:solidFill>
              <a:schemeClr val="tx1"/>
            </a:solidFill>
          </a:ln>
        </p:spPr>
        <p:txBody>
          <a:bodyPr wrap="square" rtlCol="0">
            <a:spAutoFit/>
          </a:bodyPr>
          <a:lstStyle/>
          <a:p>
            <a:pPr algn="ctr"/>
            <a:r>
              <a:rPr lang="en-US" dirty="0"/>
              <a:t>AI Processing</a:t>
            </a:r>
          </a:p>
          <a:p>
            <a:pPr algn="ctr"/>
            <a:r>
              <a:rPr lang="en-US" dirty="0"/>
              <a:t>(OpenAI / Algorithm)</a:t>
            </a:r>
          </a:p>
        </p:txBody>
      </p:sp>
      <p:sp>
        <p:nvSpPr>
          <p:cNvPr id="11" name="TextBox 10">
            <a:extLst>
              <a:ext uri="{FF2B5EF4-FFF2-40B4-BE49-F238E27FC236}">
                <a16:creationId xmlns:a16="http://schemas.microsoft.com/office/drawing/2014/main" id="{4FF428B9-B4B8-2B96-4D19-9B8FC2F94D41}"/>
              </a:ext>
            </a:extLst>
          </p:cNvPr>
          <p:cNvSpPr txBox="1"/>
          <p:nvPr/>
        </p:nvSpPr>
        <p:spPr>
          <a:xfrm>
            <a:off x="5562600" y="5567407"/>
            <a:ext cx="3124200" cy="646331"/>
          </a:xfrm>
          <a:prstGeom prst="rect">
            <a:avLst/>
          </a:prstGeom>
          <a:noFill/>
          <a:ln>
            <a:solidFill>
              <a:schemeClr val="tx1"/>
            </a:solidFill>
          </a:ln>
        </p:spPr>
        <p:txBody>
          <a:bodyPr wrap="square" rtlCol="0">
            <a:spAutoFit/>
          </a:bodyPr>
          <a:lstStyle/>
          <a:p>
            <a:pPr algn="ctr"/>
            <a:r>
              <a:rPr lang="en-US" dirty="0"/>
              <a:t>Response Sent</a:t>
            </a:r>
          </a:p>
          <a:p>
            <a:pPr algn="ctr"/>
            <a:r>
              <a:rPr lang="en-US" dirty="0"/>
              <a:t>Study Plan / Chat</a:t>
            </a:r>
          </a:p>
        </p:txBody>
      </p:sp>
      <p:sp>
        <p:nvSpPr>
          <p:cNvPr id="12" name="Right Arrow 11">
            <a:extLst>
              <a:ext uri="{FF2B5EF4-FFF2-40B4-BE49-F238E27FC236}">
                <a16:creationId xmlns:a16="http://schemas.microsoft.com/office/drawing/2014/main" id="{48838695-15BF-90D1-5B81-8670EF1629C6}"/>
              </a:ext>
            </a:extLst>
          </p:cNvPr>
          <p:cNvSpPr/>
          <p:nvPr/>
        </p:nvSpPr>
        <p:spPr>
          <a:xfrm>
            <a:off x="3323853" y="1463675"/>
            <a:ext cx="524247" cy="136525"/>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ight Arrow 12">
            <a:extLst>
              <a:ext uri="{FF2B5EF4-FFF2-40B4-BE49-F238E27FC236}">
                <a16:creationId xmlns:a16="http://schemas.microsoft.com/office/drawing/2014/main" id="{17365A5C-9628-145B-5498-B74BDAA59E33}"/>
              </a:ext>
            </a:extLst>
          </p:cNvPr>
          <p:cNvSpPr/>
          <p:nvPr/>
        </p:nvSpPr>
        <p:spPr>
          <a:xfrm>
            <a:off x="6862576" y="1560040"/>
            <a:ext cx="524247" cy="116360"/>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9FAE4374-DD33-F535-442C-847CDFA1CD1E}"/>
              </a:ext>
            </a:extLst>
          </p:cNvPr>
          <p:cNvSpPr txBox="1"/>
          <p:nvPr/>
        </p:nvSpPr>
        <p:spPr>
          <a:xfrm>
            <a:off x="7467600" y="1277034"/>
            <a:ext cx="1357127" cy="646331"/>
          </a:xfrm>
          <a:prstGeom prst="rect">
            <a:avLst/>
          </a:prstGeom>
          <a:noFill/>
        </p:spPr>
        <p:txBody>
          <a:bodyPr wrap="square" rtlCol="0">
            <a:spAutoFit/>
          </a:bodyPr>
          <a:lstStyle/>
          <a:p>
            <a:r>
              <a:rPr lang="en-US" dirty="0"/>
              <a:t>API Request</a:t>
            </a:r>
          </a:p>
        </p:txBody>
      </p:sp>
      <p:sp>
        <p:nvSpPr>
          <p:cNvPr id="15" name="Right Arrow 14">
            <a:extLst>
              <a:ext uri="{FF2B5EF4-FFF2-40B4-BE49-F238E27FC236}">
                <a16:creationId xmlns:a16="http://schemas.microsoft.com/office/drawing/2014/main" id="{9FED5AA1-65FC-485D-DA32-B23C2AC4F9EE}"/>
              </a:ext>
            </a:extLst>
          </p:cNvPr>
          <p:cNvSpPr/>
          <p:nvPr/>
        </p:nvSpPr>
        <p:spPr>
          <a:xfrm rot="5400000">
            <a:off x="7349174" y="3943592"/>
            <a:ext cx="524248" cy="140829"/>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ight Arrow 15">
            <a:extLst>
              <a:ext uri="{FF2B5EF4-FFF2-40B4-BE49-F238E27FC236}">
                <a16:creationId xmlns:a16="http://schemas.microsoft.com/office/drawing/2014/main" id="{547A765F-411D-3845-8C0F-5A4A73D20CF1}"/>
              </a:ext>
            </a:extLst>
          </p:cNvPr>
          <p:cNvSpPr/>
          <p:nvPr/>
        </p:nvSpPr>
        <p:spPr>
          <a:xfrm rot="5400000">
            <a:off x="6513890" y="3943593"/>
            <a:ext cx="524247" cy="140828"/>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822FCC4C-913F-1CD1-9626-9945719528BC}"/>
              </a:ext>
            </a:extLst>
          </p:cNvPr>
          <p:cNvSpPr txBox="1"/>
          <p:nvPr/>
        </p:nvSpPr>
        <p:spPr>
          <a:xfrm>
            <a:off x="5248604" y="3811216"/>
            <a:ext cx="1525080" cy="338554"/>
          </a:xfrm>
          <a:prstGeom prst="rect">
            <a:avLst/>
          </a:prstGeom>
          <a:noFill/>
        </p:spPr>
        <p:txBody>
          <a:bodyPr wrap="square" rtlCol="0">
            <a:spAutoFit/>
          </a:bodyPr>
          <a:lstStyle/>
          <a:p>
            <a:r>
              <a:rPr lang="en-US" sz="1600" dirty="0"/>
              <a:t>Chatbot Logic</a:t>
            </a:r>
          </a:p>
        </p:txBody>
      </p:sp>
      <p:sp>
        <p:nvSpPr>
          <p:cNvPr id="18" name="TextBox 17">
            <a:extLst>
              <a:ext uri="{FF2B5EF4-FFF2-40B4-BE49-F238E27FC236}">
                <a16:creationId xmlns:a16="http://schemas.microsoft.com/office/drawing/2014/main" id="{4DD2EBF5-9A1D-287C-A095-29FF8E656213}"/>
              </a:ext>
            </a:extLst>
          </p:cNvPr>
          <p:cNvSpPr txBox="1"/>
          <p:nvPr/>
        </p:nvSpPr>
        <p:spPr>
          <a:xfrm>
            <a:off x="7677904" y="3837556"/>
            <a:ext cx="1319482" cy="307777"/>
          </a:xfrm>
          <a:prstGeom prst="rect">
            <a:avLst/>
          </a:prstGeom>
          <a:noFill/>
        </p:spPr>
        <p:txBody>
          <a:bodyPr wrap="square" rtlCol="0">
            <a:spAutoFit/>
          </a:bodyPr>
          <a:lstStyle/>
          <a:p>
            <a:r>
              <a:rPr lang="en-US" sz="1400" dirty="0"/>
              <a:t>Study Planner</a:t>
            </a:r>
          </a:p>
        </p:txBody>
      </p:sp>
      <p:sp>
        <p:nvSpPr>
          <p:cNvPr id="19" name="Right Arrow 18">
            <a:extLst>
              <a:ext uri="{FF2B5EF4-FFF2-40B4-BE49-F238E27FC236}">
                <a16:creationId xmlns:a16="http://schemas.microsoft.com/office/drawing/2014/main" id="{E42026C2-B3F5-5CC0-1B35-282A40BBD060}"/>
              </a:ext>
            </a:extLst>
          </p:cNvPr>
          <p:cNvSpPr/>
          <p:nvPr/>
        </p:nvSpPr>
        <p:spPr>
          <a:xfrm rot="5400000">
            <a:off x="7048882" y="5213198"/>
            <a:ext cx="524247" cy="144013"/>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ight Arrow 19">
            <a:extLst>
              <a:ext uri="{FF2B5EF4-FFF2-40B4-BE49-F238E27FC236}">
                <a16:creationId xmlns:a16="http://schemas.microsoft.com/office/drawing/2014/main" id="{AB2D0FF7-0F23-7FC8-9A31-50AD7AB387A0}"/>
              </a:ext>
            </a:extLst>
          </p:cNvPr>
          <p:cNvSpPr/>
          <p:nvPr/>
        </p:nvSpPr>
        <p:spPr>
          <a:xfrm rot="5400000">
            <a:off x="7347269" y="2431464"/>
            <a:ext cx="524247" cy="137021"/>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a:normAutofit/>
          </a:bodyPr>
          <a:lstStyle/>
          <a:p>
            <a:r>
              <a:rPr lang="en-US" sz="3200" b="1" dirty="0">
                <a:solidFill>
                  <a:srgbClr val="C00000"/>
                </a:solidFill>
                <a:cs typeface="Calibri"/>
              </a:rPr>
              <a:t>PROPOSED METHOD AND ALGORITHMS</a:t>
            </a:r>
          </a:p>
        </p:txBody>
      </p:sp>
      <p:sp>
        <p:nvSpPr>
          <p:cNvPr id="5" name="Slide Number Placeholder 4"/>
          <p:cNvSpPr>
            <a:spLocks noGrp="1"/>
          </p:cNvSpPr>
          <p:nvPr>
            <p:ph type="sldNum" sz="quarter" idx="12"/>
          </p:nvPr>
        </p:nvSpPr>
        <p:spPr/>
        <p:txBody>
          <a:bodyPr/>
          <a:lstStyle/>
          <a:p>
            <a:fld id="{B6F15528-21DE-4FAA-801E-634DDDAF4B2B}" type="slidenum">
              <a:rPr lang="en-US"/>
              <a:pPr/>
              <a:t>10</a:t>
            </a:fld>
            <a:endParaRPr lang="en-US"/>
          </a:p>
        </p:txBody>
      </p:sp>
      <p:sp>
        <p:nvSpPr>
          <p:cNvPr id="8" name="Content Placeholder 7"/>
          <p:cNvSpPr>
            <a:spLocks noGrp="1"/>
          </p:cNvSpPr>
          <p:nvPr>
            <p:ph idx="1"/>
          </p:nvPr>
        </p:nvSpPr>
        <p:spPr>
          <a:xfrm>
            <a:off x="457200" y="1383109"/>
            <a:ext cx="8229600" cy="4091782"/>
          </a:xfrm>
        </p:spPr>
        <p:txBody>
          <a:bodyPr/>
          <a:lstStyle/>
          <a:p>
            <a:r>
              <a:rPr lang="en-US" sz="2400" dirty="0"/>
              <a:t>Collect common college enquiry questions (admissions, courses, fees, etc.).</a:t>
            </a:r>
          </a:p>
          <a:p>
            <a:r>
              <a:rPr lang="en-US" sz="2400" dirty="0"/>
              <a:t>Store the information in a knowledge base or database.</a:t>
            </a:r>
          </a:p>
          <a:p>
            <a:r>
              <a:rPr lang="en-US" sz="2400" dirty="0"/>
              <a:t>Use Natural Language Processing (NLP) to understand user queries.</a:t>
            </a:r>
          </a:p>
          <a:p>
            <a:r>
              <a:rPr lang="en-US" sz="2400" dirty="0"/>
              <a:t>Process the query and match it with the most relevant response.</a:t>
            </a:r>
          </a:p>
          <a:p>
            <a:r>
              <a:rPr lang="en-US" sz="2400" dirty="0"/>
              <a:t>Display the answer to the user through a chatbot interface on the website.</a:t>
            </a:r>
          </a:p>
        </p:txBody>
      </p:sp>
      <p:pic>
        <p:nvPicPr>
          <p:cNvPr id="3" name="Picture 2">
            <a:extLst>
              <a:ext uri="{FF2B5EF4-FFF2-40B4-BE49-F238E27FC236}">
                <a16:creationId xmlns:a16="http://schemas.microsoft.com/office/drawing/2014/main" id="{78511E57-5637-4D94-05DC-943799E81D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7" name="Footer Placeholder 6">
            <a:extLst>
              <a:ext uri="{FF2B5EF4-FFF2-40B4-BE49-F238E27FC236}">
                <a16:creationId xmlns:a16="http://schemas.microsoft.com/office/drawing/2014/main" id="{AA0CF1A9-7B51-DA39-B206-C946B99C8418}"/>
              </a:ext>
            </a:extLst>
          </p:cNvPr>
          <p:cNvSpPr>
            <a:spLocks noGrp="1"/>
          </p:cNvSpPr>
          <p:nvPr>
            <p:ph type="ftr" sz="quarter" idx="11"/>
          </p:nvPr>
        </p:nvSpPr>
        <p:spPr>
          <a:xfrm>
            <a:off x="3124200" y="6356350"/>
            <a:ext cx="3962400" cy="365125"/>
          </a:xfrm>
        </p:spPr>
        <p:txBody>
          <a:bodyPr/>
          <a:lstStyle/>
          <a:p>
            <a:pPr>
              <a:defRPr/>
            </a:pPr>
            <a:r>
              <a:rPr lang="en-US" dirty="0"/>
              <a:t>DEPARTMENT OF CSE MINI PROJECT REVIEW-4</a:t>
            </a:r>
          </a:p>
        </p:txBody>
      </p:sp>
    </p:spTree>
    <p:extLst>
      <p:ext uri="{BB962C8B-B14F-4D97-AF65-F5344CB8AC3E}">
        <p14:creationId xmlns:p14="http://schemas.microsoft.com/office/powerpoint/2010/main" val="759622466"/>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a:normAutofit/>
          </a:bodyPr>
          <a:lstStyle/>
          <a:p>
            <a:r>
              <a:rPr lang="en-US" sz="3200" b="1" dirty="0">
                <a:solidFill>
                  <a:srgbClr val="C00000"/>
                </a:solidFill>
                <a:cs typeface="Calibri"/>
              </a:rPr>
              <a:t>PROPOSED METHOD AND ALGORITHMS</a:t>
            </a:r>
          </a:p>
        </p:txBody>
      </p:sp>
      <p:sp>
        <p:nvSpPr>
          <p:cNvPr id="5" name="Slide Number Placeholder 4"/>
          <p:cNvSpPr>
            <a:spLocks noGrp="1"/>
          </p:cNvSpPr>
          <p:nvPr>
            <p:ph type="sldNum" sz="quarter" idx="12"/>
          </p:nvPr>
        </p:nvSpPr>
        <p:spPr/>
        <p:txBody>
          <a:bodyPr/>
          <a:lstStyle/>
          <a:p>
            <a:fld id="{B6F15528-21DE-4FAA-801E-634DDDAF4B2B}" type="slidenum">
              <a:rPr lang="en-US"/>
              <a:pPr/>
              <a:t>11</a:t>
            </a:fld>
            <a:endParaRPr lang="en-US"/>
          </a:p>
        </p:txBody>
      </p:sp>
      <p:sp>
        <p:nvSpPr>
          <p:cNvPr id="8" name="Content Placeholder 7"/>
          <p:cNvSpPr>
            <a:spLocks noGrp="1"/>
          </p:cNvSpPr>
          <p:nvPr>
            <p:ph idx="1"/>
          </p:nvPr>
        </p:nvSpPr>
        <p:spPr/>
        <p:txBody>
          <a:bodyPr/>
          <a:lstStyle/>
          <a:p>
            <a:r>
              <a:rPr lang="en-US" sz="2800" dirty="0"/>
              <a:t>Natural Language Processing (NLP) – To understand and process user input.</a:t>
            </a:r>
          </a:p>
          <a:p>
            <a:r>
              <a:rPr lang="en-US" sz="2800" dirty="0"/>
              <a:t>Intent Recognition Algorithm – To identify the purpose of the user’s question.</a:t>
            </a:r>
          </a:p>
          <a:p>
            <a:r>
              <a:rPr lang="en-US" sz="2800" dirty="0"/>
              <a:t>Text Preprocessing (Tokenization &amp; Keyword Extraction) – To analyze the query.</a:t>
            </a:r>
          </a:p>
          <a:p>
            <a:r>
              <a:rPr lang="en-US" sz="2800" dirty="0"/>
              <a:t>Response Matching Algorithm – To find the most relevant answer from the database.</a:t>
            </a:r>
          </a:p>
        </p:txBody>
      </p:sp>
      <p:pic>
        <p:nvPicPr>
          <p:cNvPr id="3" name="Picture 2">
            <a:extLst>
              <a:ext uri="{FF2B5EF4-FFF2-40B4-BE49-F238E27FC236}">
                <a16:creationId xmlns:a16="http://schemas.microsoft.com/office/drawing/2014/main" id="{78511E57-5637-4D94-05DC-943799E81D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7" name="Footer Placeholder 6">
            <a:extLst>
              <a:ext uri="{FF2B5EF4-FFF2-40B4-BE49-F238E27FC236}">
                <a16:creationId xmlns:a16="http://schemas.microsoft.com/office/drawing/2014/main" id="{AA0CF1A9-7B51-DA39-B206-C946B99C8418}"/>
              </a:ext>
            </a:extLst>
          </p:cNvPr>
          <p:cNvSpPr>
            <a:spLocks noGrp="1"/>
          </p:cNvSpPr>
          <p:nvPr>
            <p:ph type="ftr" sz="quarter" idx="11"/>
          </p:nvPr>
        </p:nvSpPr>
        <p:spPr>
          <a:xfrm>
            <a:off x="3124200" y="6356350"/>
            <a:ext cx="3962400" cy="365125"/>
          </a:xfrm>
        </p:spPr>
        <p:txBody>
          <a:bodyPr/>
          <a:lstStyle/>
          <a:p>
            <a:pPr>
              <a:defRPr/>
            </a:pPr>
            <a:r>
              <a:rPr lang="en-US" dirty="0"/>
              <a:t>DEPARTMENT OF CSE MINI PROJECT REVIEW-4</a:t>
            </a:r>
          </a:p>
        </p:txBody>
      </p:sp>
    </p:spTree>
    <p:extLst>
      <p:ext uri="{BB962C8B-B14F-4D97-AF65-F5344CB8AC3E}">
        <p14:creationId xmlns:p14="http://schemas.microsoft.com/office/powerpoint/2010/main" val="1729660903"/>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a:normAutofit/>
          </a:bodyPr>
          <a:lstStyle/>
          <a:p>
            <a:r>
              <a:rPr lang="en-US" sz="3200" b="1" dirty="0">
                <a:solidFill>
                  <a:srgbClr val="C00000"/>
                </a:solidFill>
                <a:cs typeface="Calibri"/>
              </a:rPr>
              <a:t>Results</a:t>
            </a:r>
          </a:p>
        </p:txBody>
      </p:sp>
      <p:sp>
        <p:nvSpPr>
          <p:cNvPr id="5" name="Slide Number Placeholder 4"/>
          <p:cNvSpPr>
            <a:spLocks noGrp="1"/>
          </p:cNvSpPr>
          <p:nvPr>
            <p:ph type="sldNum" sz="quarter" idx="12"/>
          </p:nvPr>
        </p:nvSpPr>
        <p:spPr/>
        <p:txBody>
          <a:bodyPr/>
          <a:lstStyle/>
          <a:p>
            <a:fld id="{B6F15528-21DE-4FAA-801E-634DDDAF4B2B}" type="slidenum">
              <a:rPr lang="en-US"/>
              <a:pPr/>
              <a:t>12</a:t>
            </a:fld>
            <a:endParaRPr lang="en-US"/>
          </a:p>
        </p:txBody>
      </p:sp>
      <p:pic>
        <p:nvPicPr>
          <p:cNvPr id="7" name="Content Placeholder 6">
            <a:extLst>
              <a:ext uri="{FF2B5EF4-FFF2-40B4-BE49-F238E27FC236}">
                <a16:creationId xmlns:a16="http://schemas.microsoft.com/office/drawing/2014/main" id="{AA19DB7D-CE9E-466C-2252-566B977649F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457200" y="1523999"/>
            <a:ext cx="8229600" cy="4267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a:extLst>
              <a:ext uri="{FF2B5EF4-FFF2-40B4-BE49-F238E27FC236}">
                <a16:creationId xmlns:a16="http://schemas.microsoft.com/office/drawing/2014/main" id="{78511E57-5637-4D94-05DC-943799E81DC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4" name="Footer Placeholder 6">
            <a:extLst>
              <a:ext uri="{FF2B5EF4-FFF2-40B4-BE49-F238E27FC236}">
                <a16:creationId xmlns:a16="http://schemas.microsoft.com/office/drawing/2014/main" id="{AA0CF1A9-7B51-DA39-B206-C946B99C8418}"/>
              </a:ext>
            </a:extLst>
          </p:cNvPr>
          <p:cNvSpPr>
            <a:spLocks noGrp="1"/>
          </p:cNvSpPr>
          <p:nvPr>
            <p:ph type="ftr" sz="quarter" idx="11"/>
          </p:nvPr>
        </p:nvSpPr>
        <p:spPr>
          <a:xfrm>
            <a:off x="3124200" y="6356350"/>
            <a:ext cx="3962400" cy="365125"/>
          </a:xfrm>
        </p:spPr>
        <p:txBody>
          <a:bodyPr/>
          <a:lstStyle/>
          <a:p>
            <a:pPr>
              <a:defRPr/>
            </a:pPr>
            <a:r>
              <a:rPr lang="en-US" dirty="0"/>
              <a:t>DEPARTMENT OF CSE MINI PROJECT REVIEW-4</a:t>
            </a:r>
          </a:p>
        </p:txBody>
      </p:sp>
    </p:spTree>
    <p:extLst>
      <p:ext uri="{BB962C8B-B14F-4D97-AF65-F5344CB8AC3E}">
        <p14:creationId xmlns:p14="http://schemas.microsoft.com/office/powerpoint/2010/main" val="2330662205"/>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a:normAutofit/>
          </a:bodyPr>
          <a:lstStyle/>
          <a:p>
            <a:r>
              <a:rPr lang="en-US" sz="3200" b="1" dirty="0">
                <a:solidFill>
                  <a:srgbClr val="C00000"/>
                </a:solidFill>
                <a:cs typeface="Calibri"/>
              </a:rPr>
              <a:t>Conclusion</a:t>
            </a:r>
          </a:p>
        </p:txBody>
      </p:sp>
      <p:sp>
        <p:nvSpPr>
          <p:cNvPr id="5" name="Slide Number Placeholder 4"/>
          <p:cNvSpPr>
            <a:spLocks noGrp="1"/>
          </p:cNvSpPr>
          <p:nvPr>
            <p:ph type="sldNum" sz="quarter" idx="12"/>
          </p:nvPr>
        </p:nvSpPr>
        <p:spPr/>
        <p:txBody>
          <a:bodyPr/>
          <a:lstStyle/>
          <a:p>
            <a:fld id="{B6F15528-21DE-4FAA-801E-634DDDAF4B2B}" type="slidenum">
              <a:rPr lang="en-US"/>
              <a:pPr/>
              <a:t>13</a:t>
            </a:fld>
            <a:endParaRPr lang="en-US"/>
          </a:p>
        </p:txBody>
      </p:sp>
      <p:sp>
        <p:nvSpPr>
          <p:cNvPr id="8" name="Content Placeholder 7"/>
          <p:cNvSpPr>
            <a:spLocks noGrp="1"/>
          </p:cNvSpPr>
          <p:nvPr>
            <p:ph idx="1"/>
          </p:nvPr>
        </p:nvSpPr>
        <p:spPr>
          <a:xfrm>
            <a:off x="457200" y="1393175"/>
            <a:ext cx="8229600" cy="4525963"/>
          </a:xfrm>
        </p:spPr>
        <p:txBody>
          <a:bodyPr/>
          <a:lstStyle/>
          <a:p>
            <a:pPr marL="0" indent="0" algn="just">
              <a:buNone/>
            </a:pPr>
            <a:r>
              <a:rPr lang="en-US" sz="2400" dirty="0"/>
              <a:t>The </a:t>
            </a:r>
            <a:r>
              <a:rPr lang="en-US" sz="2400" dirty="0" err="1"/>
              <a:t>EduAssist</a:t>
            </a:r>
            <a:r>
              <a:rPr lang="en-US" sz="2400" dirty="0"/>
              <a:t> chatbot provides a smart and efficient solution for handling college enquiries. It uses AI and NLP techniques to understand user queries and provide instant responses about admissions, courses, and other college information. The system improves communication between students and the institution while reducing the workload of administrative staff. Overall, the chatbot offers a fast, reliable, and user-friendly platform for accessing college-related information anytime.</a:t>
            </a:r>
          </a:p>
        </p:txBody>
      </p:sp>
      <p:pic>
        <p:nvPicPr>
          <p:cNvPr id="3" name="Picture 2">
            <a:extLst>
              <a:ext uri="{FF2B5EF4-FFF2-40B4-BE49-F238E27FC236}">
                <a16:creationId xmlns:a16="http://schemas.microsoft.com/office/drawing/2014/main" id="{78511E57-5637-4D94-05DC-943799E81D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4" name="Footer Placeholder 6">
            <a:extLst>
              <a:ext uri="{FF2B5EF4-FFF2-40B4-BE49-F238E27FC236}">
                <a16:creationId xmlns:a16="http://schemas.microsoft.com/office/drawing/2014/main" id="{AA0CF1A9-7B51-DA39-B206-C946B99C8418}"/>
              </a:ext>
            </a:extLst>
          </p:cNvPr>
          <p:cNvSpPr>
            <a:spLocks noGrp="1"/>
          </p:cNvSpPr>
          <p:nvPr>
            <p:ph type="ftr" sz="quarter" idx="11"/>
          </p:nvPr>
        </p:nvSpPr>
        <p:spPr>
          <a:xfrm>
            <a:off x="3124200" y="6356350"/>
            <a:ext cx="3962400" cy="365125"/>
          </a:xfrm>
        </p:spPr>
        <p:txBody>
          <a:bodyPr/>
          <a:lstStyle/>
          <a:p>
            <a:pPr>
              <a:defRPr/>
            </a:pPr>
            <a:r>
              <a:rPr lang="en-US" dirty="0"/>
              <a:t>DEPARTMENT OF CSE MINI PROJECT REVIEW-4</a:t>
            </a:r>
          </a:p>
        </p:txBody>
      </p:sp>
    </p:spTree>
    <p:extLst>
      <p:ext uri="{BB962C8B-B14F-4D97-AF65-F5344CB8AC3E}">
        <p14:creationId xmlns:p14="http://schemas.microsoft.com/office/powerpoint/2010/main" val="3445692945"/>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BDA53F-B02D-4760-90B7-DB325626B21F}"/>
              </a:ext>
            </a:extLst>
          </p:cNvPr>
          <p:cNvSpPr>
            <a:spLocks noGrp="1"/>
          </p:cNvSpPr>
          <p:nvPr>
            <p:ph idx="1"/>
          </p:nvPr>
        </p:nvSpPr>
        <p:spPr>
          <a:xfrm>
            <a:off x="228600" y="1066800"/>
            <a:ext cx="8763000" cy="5562600"/>
          </a:xfr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rtlCol="0">
            <a:normAutofit/>
          </a:bodyPr>
          <a:lstStyle/>
          <a:p>
            <a:pPr marL="514350" indent="-514350" fontAlgn="auto">
              <a:spcAft>
                <a:spcPts val="0"/>
              </a:spcAft>
              <a:buFont typeface="Arial" panose="020B0604020202020204" pitchFamily="34" charset="0"/>
              <a:buNone/>
              <a:defRPr/>
            </a:pPr>
            <a:endParaRPr lang="en-US" sz="3600" b="1" dirty="0"/>
          </a:p>
          <a:p>
            <a:pPr marL="514350" indent="-514350" fontAlgn="auto">
              <a:spcAft>
                <a:spcPts val="0"/>
              </a:spcAft>
              <a:buFont typeface="Arial" panose="020B0604020202020204" pitchFamily="34" charset="0"/>
              <a:buNone/>
              <a:defRPr/>
            </a:pPr>
            <a:endParaRPr lang="en-US" sz="2800" b="1" dirty="0"/>
          </a:p>
          <a:p>
            <a:pPr marL="514350" indent="-514350" fontAlgn="auto">
              <a:spcAft>
                <a:spcPts val="0"/>
              </a:spcAft>
              <a:buFont typeface="Arial" panose="020B0604020202020204" pitchFamily="34" charset="0"/>
              <a:buNone/>
              <a:defRPr/>
            </a:pPr>
            <a:endParaRPr lang="en-US" sz="2800" b="1" dirty="0"/>
          </a:p>
          <a:p>
            <a:pPr marL="514350" indent="-514350" algn="ctr" fontAlgn="auto">
              <a:spcAft>
                <a:spcPts val="0"/>
              </a:spcAft>
              <a:buFont typeface="Arial" panose="020B0604020202020204" pitchFamily="34" charset="0"/>
              <a:buNone/>
              <a:defRPr/>
            </a:pPr>
            <a:endParaRPr lang="en-US" b="1" dirty="0"/>
          </a:p>
          <a:p>
            <a:pPr marL="514350" indent="-514350" algn="ctr" fontAlgn="auto">
              <a:spcAft>
                <a:spcPts val="0"/>
              </a:spcAft>
              <a:buFont typeface="Arial" panose="020B0604020202020204" pitchFamily="34" charset="0"/>
              <a:buNone/>
              <a:defRPr/>
            </a:pPr>
            <a:r>
              <a:rPr lang="en-US" sz="4400" b="1" dirty="0"/>
              <a:t>Thank You</a:t>
            </a:r>
          </a:p>
          <a:p>
            <a:pPr marL="514350" indent="-514350" fontAlgn="auto">
              <a:spcAft>
                <a:spcPts val="0"/>
              </a:spcAft>
              <a:buFont typeface="Arial" panose="020B0604020202020204" pitchFamily="34" charset="0"/>
              <a:buNone/>
              <a:defRPr/>
            </a:pPr>
            <a:endParaRPr lang="en-US" sz="2800" b="1" dirty="0"/>
          </a:p>
        </p:txBody>
      </p:sp>
      <p:sp>
        <p:nvSpPr>
          <p:cNvPr id="5" name="Slide Number Placeholder 4">
            <a:extLst>
              <a:ext uri="{FF2B5EF4-FFF2-40B4-BE49-F238E27FC236}">
                <a16:creationId xmlns:a16="http://schemas.microsoft.com/office/drawing/2014/main" id="{899BB240-5782-410E-A3EF-F343719E425C}"/>
              </a:ext>
            </a:extLst>
          </p:cNvPr>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518D7D88-921A-4D31-AE25-21776C2970CA}" type="slidenum">
              <a:rPr lang="en-US" altLang="en-US" dirty="0">
                <a:solidFill>
                  <a:srgbClr val="898989"/>
                </a:solidFill>
              </a:rPr>
              <a:pPr/>
              <a:t>14</a:t>
            </a:fld>
            <a:endParaRPr lang="en-US" altLang="en-US" dirty="0">
              <a:solidFill>
                <a:srgbClr val="898989"/>
              </a:solidFill>
            </a:endParaRPr>
          </a:p>
        </p:txBody>
      </p:sp>
      <p:pic>
        <p:nvPicPr>
          <p:cNvPr id="2" name="Picture 1">
            <a:extLst>
              <a:ext uri="{FF2B5EF4-FFF2-40B4-BE49-F238E27FC236}">
                <a16:creationId xmlns:a16="http://schemas.microsoft.com/office/drawing/2014/main" id="{11BAED27-1BF6-0E39-B7FC-495FE68C4CB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31945" y="136525"/>
            <a:ext cx="956310" cy="731520"/>
          </a:xfrm>
          <a:prstGeom prst="rect">
            <a:avLst/>
          </a:prstGeom>
        </p:spPr>
      </p:pic>
      <p:sp>
        <p:nvSpPr>
          <p:cNvPr id="6" name="Footer Placeholder 6">
            <a:extLst>
              <a:ext uri="{FF2B5EF4-FFF2-40B4-BE49-F238E27FC236}">
                <a16:creationId xmlns:a16="http://schemas.microsoft.com/office/drawing/2014/main" id="{AA0CF1A9-7B51-DA39-B206-C946B99C8418}"/>
              </a:ext>
            </a:extLst>
          </p:cNvPr>
          <p:cNvSpPr>
            <a:spLocks noGrp="1"/>
          </p:cNvSpPr>
          <p:nvPr>
            <p:ph type="ftr" sz="quarter" idx="11"/>
          </p:nvPr>
        </p:nvSpPr>
        <p:spPr>
          <a:xfrm>
            <a:off x="3124200" y="6356350"/>
            <a:ext cx="3962400" cy="365125"/>
          </a:xfrm>
        </p:spPr>
        <p:txBody>
          <a:bodyPr/>
          <a:lstStyle/>
          <a:p>
            <a:pPr>
              <a:defRPr/>
            </a:pPr>
            <a:r>
              <a:rPr lang="en-US" dirty="0"/>
              <a:t>DEPARTMENT OF CSE MINI PROJECT REVIEW-4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2726</TotalTime>
  <Words>820</Words>
  <Application>Microsoft Macintosh PowerPoint</Application>
  <PresentationFormat>On-screen Show (4:3)</PresentationFormat>
  <Paragraphs>141</Paragraphs>
  <Slides>14</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Arial,Sans-Serif</vt:lpstr>
      <vt:lpstr>Calibri</vt:lpstr>
      <vt:lpstr>Office Theme</vt:lpstr>
      <vt:lpstr>    DEPARTMENT OF COMPUTER SCIENCE &amp; ENGINEERING  </vt:lpstr>
      <vt:lpstr>Mini Project Review-2 Outlines</vt:lpstr>
      <vt:lpstr>Main idea of the Project</vt:lpstr>
      <vt:lpstr>Existing System Vs Proposed </vt:lpstr>
      <vt:lpstr>Proposed Project Objectives</vt:lpstr>
      <vt:lpstr>Proposed Project Outcomes</vt:lpstr>
      <vt:lpstr>Software and Hardware Requirements</vt:lpstr>
      <vt:lpstr>Process Model</vt:lpstr>
      <vt:lpstr>Architectural Diagram</vt:lpstr>
      <vt:lpstr>PROPOSED METHOD AND ALGORITHMS</vt:lpstr>
      <vt:lpstr>PROPOSED METHOD AND ALGORITHMS</vt:lpstr>
      <vt:lpstr>Results</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Engineering</dc:title>
  <dc:creator>Venu Gopal Sakkera</dc:creator>
  <cp:lastModifiedBy>Sri Harsha Saka</cp:lastModifiedBy>
  <cp:revision>527</cp:revision>
  <dcterms:created xsi:type="dcterms:W3CDTF">2006-08-16T00:00:00Z</dcterms:created>
  <dcterms:modified xsi:type="dcterms:W3CDTF">2026-03-16T06:05:21Z</dcterms:modified>
</cp:coreProperties>
</file>